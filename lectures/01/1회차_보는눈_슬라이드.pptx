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 id="{a7e68774-cea9-51a7-d607-c327c304d94f}">
          <p14:sldIdLst>
            <p14:sldId id="256"/>
            <p14:sldId id="257"/>
          </p14:sldIdLst>
        </p14:section>
        <p14:section name="1교시 OT와 과정 지도" id="{c67a3cf7-1662-931e-b7c0-164b8ba69223}">
          <p14:sldIdLst>
            <p14:sldId id="258"/>
            <p14:sldId id="259"/>
            <p14:sldId id="260"/>
            <p14:sldId id="261"/>
            <p14:sldId id="262"/>
            <p14:sldId id="263"/>
            <p14:sldId id="264"/>
            <p14:sldId id="265"/>
            <p14:sldId id="266"/>
          </p14:sldIdLst>
        </p14:section>
        <p14:section name="2교시 프로는 이렇게 기획하고 만든다" id="{61ff3247-5623-a3c5-b030-4a3dc9941aff}">
          <p14:sldIdLst>
            <p14:sldId id="267"/>
            <p14:sldId id="268"/>
            <p14:sldId id="269"/>
            <p14:sldId id="270"/>
            <p14:sldId id="271"/>
            <p14:sldId id="272"/>
            <p14:sldId id="273"/>
            <p14:sldId id="274"/>
            <p14:sldId id="275"/>
          </p14:sldIdLst>
        </p14:section>
        <p14:section name="3교시 카메라의 원리 ① 사진" id="{cc5a2bfd-ed90-1050-76ac-e30deeb6a738}">
          <p14:sldIdLst>
            <p14:sldId id="276"/>
            <p14:sldId id="277"/>
            <p14:sldId id="278"/>
            <p14:sldId id="279"/>
            <p14:sldId id="280"/>
            <p14:sldId id="281"/>
          </p14:sldIdLst>
        </p14:section>
        <p14:section name="4교시 카메라의 원리 ② 영상" id="{8442f542-0bcc-dc63-d61d-7d6e640426c2}">
          <p14:sldIdLst>
            <p14:sldId id="282"/>
            <p14:sldId id="283"/>
            <p14:sldId id="284"/>
            <p14:sldId id="285"/>
            <p14:sldId id="286"/>
            <p14:sldId id="287"/>
            <p14:sldId id="288"/>
          </p14:sldIdLst>
        </p14:section>
        <p14:section name="5교시 화면의 언어와 빛" id="{ddcbe644-293f-6b76-93c5-0d9c72418ae9}">
          <p14:sldIdLst>
            <p14:sldId id="289"/>
            <p14:sldId id="290"/>
            <p14:sldId id="291"/>
            <p14:sldId id="292"/>
            <p14:sldId id="293"/>
            <p14:sldId id="294"/>
            <p14:sldId id="295"/>
            <p14:sldId id="296"/>
          </p14:sldIdLst>
        </p14:section>
        <p14:section name="6교시 움직임 · 컷 · 소리, 그리고 장비" id="{53b81596-f7d0-09fe-e1e0-ef73f04d7c42}">
          <p14:sldIdLst>
            <p14:sldId id="297"/>
            <p14:sldId id="298"/>
            <p14:sldId id="299"/>
            <p14:sldId id="300"/>
            <p14:sldId id="301"/>
            <p14:sldId id="302"/>
            <p14:sldId id="303"/>
          </p14:sldIdLst>
        </p14:section>
        <p14:section name="7교시 촬영 리뷰와 공유" id="{5dc787b5-65d6-3a1f-a895-841373b4bae0}">
          <p14:sldIdLst>
            <p14:sldId id="304"/>
            <p14:sldId id="305"/>
            <p14:sldId id="306"/>
            <p14:sldId id="307"/>
            <p14:sldId id="308"/>
            <p14:sldId id="3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[10:00 시작 전] 화면에 이 슬라이드를 띄워 두고 입장하는 대로 크루 자리로 안내합니다(크루 편성표 출력해 책상 위에).
첫 멘트: "오늘부터 6번, 여러분은 각자 자기 채널 하나를 키웁니다. 첫날인 오늘은 '보는 눈'을 만드는 날이에요."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하루 흐름을 30초 안에 훑습니다. "오전엔 큰 그림, 오후엔 카메라 원리와 실습"이라고만 말하고 넘어가세요.
매 교시는 50분 수업 + 10분 휴식. 점심은 11:50–12:40.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[10:00–10:50] 목표: 과정 전체 그림 + 크루 결성 + 수업 도구 세팅 + 첫 기획 연습(한 줄 소개).
시간 배분: 과정 지도 10분 → 크루 10분 → 세팅 15분 → 한 줄 소개 15분.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[10:02] 과정 전체를 크리스마스 트리 한 그루로 설명합니다.
- 화분(1회): 보는 눈. 오늘 배우는 카메라와 화면의 언어가 모든 것의 바닥입니다.
- 줄기(2회 + 3주 과제): 내 채널 기획안. 2회차에 유튜브 채널을 엽니다.
- 오너먼트(3·4회): 숏폼, 브이로그, 정보성, 스트리머형, AI 영상을 하나씩 달아요.
- 별(5회): 브랜딩과 후킹으로 대표작을 다시 만듭니다.
- 점등식(6회 12/10): 우리끼리 채널을 처음부터 다시 보는 상영회.
멘트: "연습용으로 만들고 버리는 영상은 없습니다. 전부 여러분 채널에 남아요."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[10:05] 결과물을 구체적으로 약속합니다. 숫자로 말하면 동기부여가 됩니다.
"수료할 때 각자 유튜브 채널 하나, 그 안에 영상 7편 이상, 기획안, 제작 노트가 남습니다. 취업 포트폴리오로 바로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[10:07] 수업이 끝날 때마다 단톡방과 드라이브로 나눠 주는 것들입니다.
- 전자책: 회차마다 1장씩, 6회차에 완성본
- 프롬프트북: 그대로 복사해 쓰는 완성형 + 내 것으로 채우는 빈칸형
- 요약 영상: 수업 다음 날 1~2분짜리
- 양식·치트시트: 기획안, 스토리보드, 폰 세팅표 등
"복습은 이걸로 하시면 됩니다. 놓친 부분이 있어도 괜찮아요."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[10:08] 과정 전체의 원칙. AI를 최대한 쓰되, 결정과 책임은 사람에게 있다는 것.
- 매 실습마다 워크북에 "AI가 한 것 / 내가 고친 것"을 한 줄씩 적습니다. 이게 6회차 제작 노트가 됩니다.
멘트: "ChatGPT와 CapCut 유료 계정을 끝까지 쓸 겁니다. 대신 마지막에 고르고 고치는 건 여러분이에요."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[10:10] 크루 제도 소개. 핵심 메시지: "영상은 각자 만들고, 배우는 건 같이. 누구도 뒤처지지 않게, 누구도 혼자 달리지 않게."
- 4개 크루, 5~6명. 크루마다 경험자와 입문자가 섞여 있고, 짝이 정해져 있습니다.
- 역할은 매 회차 돌아갑니다(2회차부터 명단 순서로 한 칸씩).
- 막힘 규칙: 3분 막히면 짝 → 5분 더 막히면 기술 도우미 → 그래도 안 되면 "강사 호출 카드"를 책상 위에 세우기.
- 개인 순위는 없습니다. 매 회차 목표는 "크루 전원 완료".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[10:13] 크루별로 서로 인사(이름 + 만들고 싶은 것 한 마디). 크루 이름은 오늘 7교시 전까지 크루가 직접 짓기(예: 별·종·방울·리본).
괄호는 1회차 역할. 짝은 같은 색 표시된 사람끼리가 아니라 출력한 편성표 기준으로 안내하세요.
※ 설문 자기평가로 짠 1차 편성입니다. 오늘 실습을 보고 1~2명 조정할 수 있다고 미리 말해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[10:20–10:35] 크루장이 크루 전원 완료를 확인하고 손을 듭니다. 기술 도우미는 막힌 사람부터.
- 단톡방: QR 또는 링크(수업 전에 개설해 두기). 공지·과제·질문용.
- 구글 드라이브: 공유 폴더 → 크루 폴더 → 내 이름 폴더. 오늘 찍은 건 7교시에 여기로 올립니다.
- CapCut PC: PC마다 설치 상태가 다릅니다. 실행해 보고 안 되면 설치 안내 페이지대로(오늘 설치까지 못 하면 과제로).
- 유료 계정: ChatGPT와 CapCut에 로그인되는지 확인(10/21부터 사용 가능).
- 촬영 동의: 수업 장면을 찍어 6회차 브이로그에 쓰는 것에 대한 동의를 받습니다. 원하지 않는 사람은 얼굴이 나오지 않게 찍는다고 안내.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[10:35–10:50] 오늘의 첫 기획 연습이자, 2회차 채널 소개글의 초안입니다.
윤성원 PD 원칙 1번 "나를 모르는 사람 기준"을 미리 맛보는 활동. 그는 아이돌을 이름 대신 "사투리 쓰는 아이돌", "경주에서 올라온 아이돌"처럼 사회적 특성으로 소개했습니다(위버스 매거진 인터뷰).
진행: 3분 쓰기 → 짝에게 읽기("보고 싶다/아니다") → 3번 고쳐 쓰기 → 크루 안에서 한 명씩 발표.
AI는 후보만. 내 이야기와 맞는 단어만 가져오기. 워크북 p.2에 적기.
말하기가 부담인 사람은 크루 안에서 글로 보여줘도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[11:00–11:50] 목표: 프로 제작 공정 7단계를 실제 사례 위에서 이해하기.
시간: 도입 5분 → 안원잘부 15분 → 존이냐박이냐 10분 → ODG 10분 → 공정 완성(마스터링·규격) 10분.
사례 출처는 문서 "윤성원 PD 사례" 탭 참고. 영상은 수업 전에 틀 장면을 표시해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손 들기. 아이돌 리센느를 아는 사람은 적을 겁니다. 그런데 "곰 만났을 때 대처법", "거제" 밈은 본 사람이 꽤 있을 거예요.
→ "기획은 그 사람을 모르는 사람에게까지 닿게 만드는 일입니다." 이 질문으로 2교시를 엽니다.
(곰 영상 10~20초 재생)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[11:05] 프로는 이 7단계를 거칩니다. 6번의 수업도 이 순서로 갑니다. 오늘은 3단계 '촬영'의 기초를 다집니다.
- 기획: 누구에게, 무엇을, 왜
- 프리프로덕션: 대본, 콘티(스토리보드), 장소, 의상·소품, 장비
- 촬영: 빛, 소리, 샷, 커버리지
- 편집: 가편집 → 본편집, 자막, 음악
- 마스터링: 소리 크기, 색, 오탈자, 내보내기 규격, 최종 검수
- 발행: 제목, 썸네일, 설명, 공개 범위
- 분석: 클릭률, 시청 지속률, 댓글 → 다음 기획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[11:10–11:25] 출처: iMBC 연예(2026.7.8, 미미미누 채널 출연분), 위버스 매거진 인터뷰.
흐름을 프로 공정 지도에 얹어서 이야기하세요.
1) 기획: 회사 외부 프로젝트로 기업에 낼 기획안에 원이를 호스트로 제안 → 채택 안 됨. 윤 PD: "이거 안 되면 내가 해야겠다"
2) 촬영: 시간이 없어서 "되게 효율적으로 찍으려고 했다"
3) 발행: 첫 영상은 '나의 연수 아저씨' 이선민과 함께 → 약 20만 회(이전 맥락을 이어받음)
4) 성장: '곰' 영상으로 주목 → 소속사에 보낸 기획안의 사투리·일본어 요소가 '거제' 밈으로
5) 분석: 사투리 편이 성장의 계기였다는 걸 데이터로 확인
포인트: "거절당해도 직접 연다" → 우리도 2회차에 직접 채널을 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[11:25–11:35] 출처: 스포탈코리아(존박 발언), 위버스 매거진.
- 기우제: 핫한 걸그룹 노래를 존박이 커버(첫 곡 에스파 '슈퍼노바'). 존박: "이만큼 제작진이 중요하구나"
- 베를린 클럽: "베를린 클럽을 아는 사람은 대한민국의 1%도 안 된다"는 전제로 기획 → 팬덤이 아닌 대중 기준
- 인스타그램 초기 전략: 보면 "영어 실력이 오르는 듯한 느낌"을 주는 것 = 구독할 이유 설계
질문 던지기: "여러분 아이템에서 '구독하면 ○○한 느낌'은 뭘까요?" (2회차에 본격적으로)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[11:35–11:40] 출처: 유튜브 공식 블로그(2022.5), 마리끌레르(2021.6), 나무위키.
- 아이들이 출연하지만 타깃은 어른. 어른이 자기 어린 시절을 돌아보게 하는 콘텐츠.
- 채널명: 아이들이 "어디지?"를 "오디지?"로 발음한 데서(유퀴즈에서 밝힌 내용으로 알려짐).
- 이영현 "요즘 여학생들은 무슨 노래 부르니?"가 2021년 유튜브 국내 인기 동영상 TOP 10.
- 모토: "누구나 보편적으로 즐겨볼 수 있는 영상"
포인트: 출연자와 시청자가 꼭 같을 필요는 없다. 타깃을 뒤집으면 새로워진다.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[11:40–11:47] 사례에는 잘 안 나오지만 프로가 반드시 하는 단계. 5회차에 직접 해 봅니다. 오늘은 "이런 단계가 있다"만.
- 소리: 유튜브는 재생할 때 음량을 일정하게 맞춥니다(흔히 약 -14 LUFS로 알려짐). 너무 크게 만들면 오히려 깎여서 들려요. 목소리가 음악보다 항상 커야 합니다.
- 색과 밝기: 클립마다 톤을 맞추기.
- 자막: 오탈자, 화면 밖으로 나간 글자, 버튼에 가려지는 위치.
- 내보내기 규격: 해상도·프레임·비율이 플랫폼에 맞는지.
- 최종 검수: 처음부터 끝까지 소리 켜고 한 번, 끄고 한 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[11:47–11:50] 우리 수업의 기본은 세로 9:16, 1080×1920입니다. 롱폼(브이로그 등)은 16:9.
세로 영상은 위·아래에 버튼과 캡션이 덮입니다(세로 안전 영역, 5교시에 다시).
길이 제한은 플랫폼이 자주 바꾸니 업로드할 때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[11:50] 점심 전 안내: 폰 충전, 저장공간 10GB 이상 비워 두기. 오후엔 폰을 계속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[12:40–13:30] 목표: 노출 삼각형, 화이트밸런스, 초점·심도, 폰 렌즈를 이해하고 프로 모드로 직접 바꿔 보기.
시간: 개념 25분 → 실습 25분. 디자인 전공자가 많으니 원리는 짧고 명확하게, 예시는 시각적으로.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[12:42] 밝기는 세 가지가 함께 정합니다. 하나로 밝게 만들면 나머지 둘 중 하나가 대가를 치러요.
- 조리개: 빛이 들어오는 구멍 크기 → 배경 흐림
- 셔터스피드: 빛을 받는 시간 → 움직임이 선명한지
- ISO: 빛에 반응하는 감도 → 화면이 깨끗한지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[12:47] 숫자 방향을 헷갈려 하는 분이 많아요. "조리개는 숫자가 작을수록 밝다"만 확실히.
- 조리개: f/1.8(구멍 큼, 밝음, 배경 흐림) ↔ f/11(구멍 작음, 어두움, 앞뒤 선명). 폰은 조리개가 대부분 고정 → 배경 흐림은 '인물 모드'가 소프트웨어로 흉내. 대상에 가까이, 배경은 멀리.
- 셔터: 1/1000(빠름, 순간이 멈춤) ↔ 1/30(느림, 움직임이 흐름·흔들림).
- ISO: 100~400(밝은 곳, 깨끗) ↔ 3200+(어두운 곳, 노이즈). 해결은 ISO가 아니라 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[12:55] 같은 흰 종이도 전구 아래선 노랗게, 그늘에선 파랗게 찍힙니다.
- 자동 화이트밸런스는 찍는 도중 색이 바뀔 수 있어요 → 영상은 고정이 안전.
- 색이 다른 빛을 섞지 않기: 창가 빛 + 형광등이 섞이면 얼굴 한쪽은 파랗고 한쪽은 노랗습니다.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[13:00] 초점은 '보여주고 싶은 곳'에. 사람이면 눈.
- 심도: 선명한 범위. 얕으면 주인공만 선명(감성), 깊으면 전부 선명(정보).
- 폰 렌즈: 0.5x 초광각은 넓지만 가장자리가 휘고 가까운 얼굴이 커 보여요. 사람 얼굴은 1x~3x로, 조금 떨어져서.
- 디지털 줌(렌즈 배율 사이)은 화질이 떨어집니다. "줌 말고 발로."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[13:05–13:30] 짝끼리 진행. 경험자가 설정 화면을 먼저 찾아 주세요.
- 갤럭시: 카메라 → 더보기 → 프로(사진) / 프로 동영상
- 아이폰: 기본 카메라는 노출 조절 위주 → 무료 수동 촬영 앱(예: Blackmagic Camera) 설치해 보기. 설치가 부담이면 인물 모드·노출 슬라이더로.
- 찍은 사진은 드라이브 내 폴더 "1회차/3교시"에.
- 메뉴 이름은 기종·버전마다 조금씩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[13:40–14:30] 목표: 프레임레이트·셔터 2배 규칙·해상도를 이해하고, 편집에서 문제 없는 폰 세팅을 함께 끝내기.
시간: 개념 20분 → 함께 세팅 15분 → 비교 촬영 15분.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[13:42] 1초에 찍는 사진 수.
- 24fps: 영화 같은 느낌.
- 30fps: SNS 기본값. 우리 수업 기본.
- 60fps: 움직임이 매끄럽고, 편집에서 절반 속도로 늦추면 부드러운 슬로모션.
선의 촘촘함이 1초 안에 담기는 장면 수라고 보여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[13:48] 영상에서 셔터는 프레임의 2배 정도가 기준입니다. 이보다 훨씬 빠르면 움직임이 뚝뚝 끊겨 보여요.
- 30fps → 1/60초, 60fps → 1/120초.
- 실내 형광등·LED 아래서 화면에 줄이 흐르면 셔터를 1/60이나 1/120으로 맞춰 보세요(한국 전기는 60Hz).
- 밖이 너무 밝아 1/60로는 하얗게 날아갈 때 프로는 ND 필터를 씁니다. 폰은 자동이 알아서 셔터를 올리니 크게 걱정하지 않아도 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[13:53] 디자인·사무 경력자도 처음 들어 보는 부분일 거예요. 편집 단계에서 생기는 문제를 촬영 단계에서 막는 법.
- HDR 동영상(아이폰 'HDR 비디오', 갤럭시 'HDR10+'): 폰 화면에선 화려하지만, 편집 프로그램과 다른 화면에서 색이 허옇거나 과하게 보일 수 있어요. 수업에선 끕니다.
- HEVC(고효율, H.265): 파일이 작지만 일부 PC에서 편집이 끊깁니다. 아이폰은 '가장 호환성 높은 포맷'(H.264), 갤럭시는 '고효율 동영상' 끄기.
- 4K는 화질이 좋지만 파일이 4배 커지고 편집 PC가 느려져요. 수업 기본은 1080p.
메뉴 이름은 기종·버전마다 조금씩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[13:58–14:13] 화면을 보면서 한 단계씩. 크루장은 전원 완료 확인.
아이폰: 설정 → 카메라 → 비디오 녹화 → 1080p 30fps / 같은 화면에서 'HDR 비디오' 끄기 / 설정 → 카메라 → 포맷 → '가장 호환성 높은 포맷' / 설정 → 카메라 → 격자 켜기
갤럭시: 카메라 → 동영상 → 상단 해상도에서 FHD 30 / 카메라 설정 → 고급 동영상 옵션 → 고효율 동영상·HDR10+ 끄기 / 카메라 설정 → 수직·수평 안내선 켜기
공통: 렌즈 닦기, 저장공간 10GB 이상, 방해 금지, 기본은 세로로.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[14:13] 잠그지 않으면 찍는 도중 밝기와 초점이 출렁입니다. 프로 영상과 아마추어 영상의 가장 쉬운 차이.
1) 찍을 대상을 화면에서 길게 누르기
2) 잠금 표시가 뜨면 손 떼기(아이폰: AE/AF 잠금, 갤럭시: 자물쇠)
3) 밝기 막대를 위아래로 밀어 조절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[14:15–14:30] 짝끼리. 같은 장면을 두 번씩 찍어 비교합니다. 드라이브 '1회차/4교시'에.
- 30fps vs 60fps: 머리 넘기기, 물 따르기처럼 움직임 있는 장면. 60fps 영상은 3교시 이후 편집에서 슬로모션으로 써 봅니다.
- 잠금 없이 vs 잠금: 창가를 지나가며 찍기. 밝기 출렁임 차이를 직접 보기.
경험자는 하나 더: 갤럭시 프로 동영상으로 셔터 1/60 vs 1/1000.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[14:40–15:30] 목표: 샷 크기·앵글·구도·빛을 영어 용어와 함께 익히기(4회차 AI 프롬프트 어휘가 됨) + 구도 미션 + ChatGPT 피드백.
시간: 개념 25분 → 학교 공간 구도 미션 15분 → ChatGPT 피드백 10분.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[14:42] 영어 이름도 같이 말해 주세요. 4회차에 이 단어가 그대로 AI 영상 프롬프트가 됩니다.
- 익스트림 와이드(Extreme Wide): 풍경 속 작은 사람 → 어디인지
- 와이드/풀 샷(Wide/Full): 전신과 주변 → 누가, 어디서
- 미디엄(Medium): 허리 위 → 무엇을 하는지
- 클로즈업(Close-up): 얼굴·손 → 감정, 동작
- 익스트림 클로즈업(Extreme Close-up): 눈·디테일 → 강조, 질감
연결 공식: 어디서(와이드) → 누가 무엇을(미디엄) → 어떤 감정으로(클로즈업). 같은 크기를 연달아 붙이면 화면이 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[14:48] 카메라 높이가 감정을 만듭니다.
- 하이앵글(High angle): 내려다보기 → 작고 귀엽게, 전체를
- 아이레벨(Eye level): 눈높이 → 자연스럽고 편하게(기본)
- 로우앵글(Low angle): 올려다보기 → 크고 당당하게
- 탑뷰(Top view / Overhead): 바로 위 → 음식·책상·손 작업. 정보성·요리 콘텐츠의 기본
- 더치 앵글(기울이기): 불안·역동. 가끔만.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 격자는 오전 세팅에서 켜 둔 그대로.
- 삼분할: 선 위, 선이 만나는 네 점에 주인공. 눈은 위쪽 선에.
- 대칭: 양쪽이 같은 곳(복도, 건물 정면)에선 가운데가 정답.
- 리딩 라인: 길·난간·책상 모서리 같은 선이 주인공을 가리키게.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[14:56] 비우는 것도 구도입니다.
- 헤드룸: 머리 위는 손가락 한두 개만큼. 너무 비면 사람이 가라앉아 보이고, 너무 붙으면 답답해요.
- 시선 여백(리드룸): 보는 쪽, 가는 쪽에 공간을.
- 세로 안전 영역: 9:16 화면의 맨 위와 아래, 오른쪽은 버튼·캡션·프로필이 덮어요. 얼굴과 자막은 가운데 쪽에.
- 수직선: 문틀·건물 세로선을 화면과 나란히. 폰을 살짝만 기울여도 어색해요.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[15:00] 폰 화면은 평면이라 깊이를 일부러 만들어야 해요.
- 전경·중경·배경: 앞에 화분, 컵, 어깨 같은 걸 살짝 걸치면 깊이가 생겨요.
- 프레임 속 프레임: 문·창문·나뭇가지로 주인공을 한 번 더 감싸기.
- 반복과 깨짐: 같은 것이 늘어선 곳(의자, 계단)에 다른 하나를 두기.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[15:03] 같은 얼굴도 빛의 방향에 따라 다른 사람이 됩니다.
- 순광: 정면에서, 밝고 선명 / 측광: 옆에서, 입체감과 분위기 / 역광: 뒤에서, 얼굴이 어두워짐 → 반사판 / 그늘: 부드럽고 고르게.
- 3점 조명(프로의 기본): 키(주 조명, 45도) + 필(반대쪽에서 그림자를 채움) + 백(뒤에서 윤곽).
- 폰으로는: 창문 = 키, 흰 종이·흰 벽 = 필, 뒤쪽 스탠드 = 백.
- 6교시에 강사 장비로 직접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[15:05–15:30] 학교 공간에서 15분, 돌아와서 ChatGPT 피드백 10분.
- 짝끼리 서로 모델이 되어 주기. 다른 사람이 나오면 동의 받기.
- 가장 자신 있는 1장을 ChatGPT에 올려 피드백 받기.
- 워크북에 "AI가 맞게 본 것 하나 / 놓친 것 하나" 적기 → AI는 규칙을 보고, 사람은 의도를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[15:40–16:30] 목표: 안정·무빙·컷의 문법·녹음 기초 + 강사 장비 체험 + 5샷 시퀀스 촬영.
시간: 개념 20분 → 장비 시연·체험 10분 → 5샷 시퀀스 촬영 20분.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[15:42] 흔들림은 자세로 먼저, AI·앱 보정은 그다음(보정은 화면을 잘라내서 화질이 떨어져요).
- 자세: 두 손, 팔꿈치를 몸에 붙이기, 벽·기둥에 기대기. 걸을 땐 무릎을 살짝 굽히고 발뒤꿈치부터.
- 무빙 5가지와 영어 이름(4회차 프롬프트 어휘): 고정(Static), 팬(Pan), 틸트(Tilt), 다가가기(Push-in), 따라가기(Tracking).
- 세 가지 약속: 한 클립에 한 움직임, 생각보다 두 배 천천히, 시작과 끝에 2초 멈추기(편집에서 자를 자리).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[15:47] 한 장면을 다섯 컷으로 찍으면 편집할 재료가 생깁니다(뉴스·다큐 촬영의 기본 공식).
1) 손 클로즈업: 무엇을 하는지
2) 얼굴 클로즈업: 누가, 어떤 표정으로
3) 와이드: 어디서
4) 어깨너머(Over the shoulder): 그 사람 시점
5) 특이한 앵글: 탑뷰, 로우앵글 등 눈길 끄는 컷
컷마다 7초 이상, 두 번씩. ①과 ②는 같은 동작을 다른 크기로 → 편집에서 '동작 연결'.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 편집에서 어색해지는 이유는 대부분 촬영 때 생깁니다.
- 180도 규칙: 두 사람 사이에 가상의 선을 긋고, 카메라는 한쪽에만. 넘어가면 두 사람이 서로 반대를 보는 것처럼 보여요.
- 30도 규칙: 같은 대상을 다시 찍을 땐 각도를 30도 이상 바꾸거나 샷 크기를 바꾸기. 비슷하게 찍으면 튀는 컷(점프컷)이 됩니다.
- B롤: 이야기 사이에 끼우는 분위기 컷(손, 소품, 공간). 편집에서 말을 자른 자리를 덮어 줍니다. 넉넉히 찍어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[15:56] 시청자는 흐린 화면은 참아도 안 들리는 소리는 못 참습니다.
- 폰 마이크와 입 사이는 한 뼘. 멀어질수록 방 울림이 커져요.
- 조용한 곳: 에어컨·냉장고·복도 소리 없는 자리.
- 룸톤 10초: 촬영 끝에 아무 말 없이 10초 녹음. 편집에서 소리 빈 곳을 메꿉니다.
- 현장음: 발소리, 물소리, 칼질 소리 → 장면을 진짜로 만듭니다. 음악으로 다 덮지 않기.
- 이어폰 마이크나 핀마이크가 있으면 훨씬 깨끗합니다(다음 슬라이드 장비 체험).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[16:00–16:10] 강사 개인 장비를 보여 주고 크루별로 돌려 써 봅니다(크루당 약 2분, 나머지 크루는 5샷 시퀀스 기획).
- 삼각대: 고정 샷, 혼자 찍는 토크, 타임랩스. 미니 삼각대도 충분.
- 무선 핀마이크: 인터뷰·토크·브이로그 내레이션. 폰 마이크와 같은 문장을 녹음해 비교해 보기.
- 짐벌: 걷거나 따라가며 찍을 때. 대신 무겁고 세팅 시간이 들어요. 자세로 충분한 장면도 많습니다.
장비는 꼭 사지 않아도 된다고 말해 주세요. "사기 전에 자세부터."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[16:10–16:30] 짝 중 한 사람이 행동하고 한 사람이 찍기 → 바꾸기.
- 행동은 내 아이템과 관련 있으면 더 좋아요(예: 디저트 포장, 화장품 바르기, 노트북 작업, 반려견 사진 보기).
- 컷마다 7초 이상, 두 번씩. 시작과 끝 2초 멈춤. 모두 잠그고(AE/AF) 찍기.
- 크루 기록 담당은 이 장면을 찍어 두기(6회차 브이로그 재료).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[16:40–17:30] 목표: 오늘 찍은 것을 드라이브에 모으고, 크루 리뷰로 '고르는 눈'을 기르고, 크루 베스트 컷 선정.
시간: 업로드 10분 → 크루 리뷰 20분 → 베스트 컷 공유 10분 → 정리·과제 10분.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[16:40–17:10]
1) 드라이브 업로드: 공유 폴더 → 크루 폴더 → 내 이름 → 1회차. 파일이 크면 폰 앱에서 바로 올리기.
2) 크루 리뷰: 한 사람씩 5샷 시퀀스를 크루에게 보여 주기. 첫 시청자가 먼저 칭찬 1 + 제안 1.
3) 체크: 세로·흔들림·밝기 출렁임·초점·소리.
4) 크루 베스트 컷 1개 선정 → 2회차에 채널을 열면 첫 업로드 재료가 됩니다.
크루 이름도 이때 정하기.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[17:10] 한 줄씩 짚고, 크루에서 "오늘 제일 기억에 남는 것" 하나씩 말하기.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[17:15] 과제는 단톡방에도 올립니다. 제출은 드라이브 내 폴더 '1회차 과제'.
1) 마음에 드는 콘텐츠 10편 저장(인스타·유튜브·틱톡 어디든) + 왜 좋은지 한 줄씩 → 2회차 레퍼런스 분석에 씁니다.
2) "내가 만들고 싶은 채널" 한 줄: 누구에게 무엇을 보여 주고 싶은지.
3) CapCut PC 설치가 안 된 사람은 안내대로 설치.
선택: 오늘 배운 5샷 시퀀스를 집에서 하나 더(내 아이템으로).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[17:20] 2회차: 아이템 찾기 → 레퍼런스 해부 → 채널 콘셉트 → 기획안·대본 → 스토리보드 → 그리고 유튜브 채널을 엽니다(강사도 함께 새 채널을 엽니다).
"다음 주에 여러분 채널이 생깁니다. 오늘 고른 베스트 컷이 첫 영상이 될 수도 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[17:25] 마무리 인사. 크루장은 크루 전원이 드라이브 업로드를 마쳤는지 확인하고 해산.
수업 후 강사 할 일: 요약 영상 제작(대본은 별도 파일), 단톡방에 전자책 1장·치트시트·과제 공지 올리기.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73A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3716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822960" y="3520440"/>
            <a:ext cx="10515600" cy="731520"/>
          </a:xfrm>
          <a:prstGeom prst="rect">
            <a:avLst/>
          </a:prstGeom>
          <a:noFill/>
          <a:ln/>
        </p:spPr>
        <p:txBody>
          <a:bodyPr wrap="square" rtlCol="0"/>
          <a:lstStyle>
            <a:lvl1pPr algn="l" indent="0" marL="0">
              <a:buNone/>
              <a:defRPr lang="en-US" sz="2400" dirty="0">
                <a:solidFill>
                  <a:schemeClr val="accent1"/>
                </a:solidFill>
              </a:defRPr>
            </a:lvl1pPr>
          </a:lstStyle>
          <a:p>
            <a:pPr algn="l"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73A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2743200" y="2331720"/>
            <a:ext cx="877824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2743200" y="3611880"/>
            <a:ext cx="8778240" cy="109728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AI콘텐츠 크리에이터 실무 · 촬영편집 1회차 — 보는 눈</a:t>
            </a:r>
            <a:endParaRPr lang="en-US" sz="1000" dirty="0"/>
          </a:p>
        </p:txBody>
      </p:sp>
      <p:sp>
        <p:nvSpPr>
          <p:cNvPr id="3" name="Text 1"/>
          <p:cNvSpPr/>
          <p:nvPr>
            <p:ph idx="101" type="title" hasCustomPrompt="1"/>
          </p:nvPr>
        </p:nvSpPr>
        <p:spPr>
          <a:xfrm>
            <a:off x="548640" y="365760"/>
            <a:ext cx="11064240" cy="8229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
    <p:bg>
      <p:bgPr>
        <a:solidFill>
          <a:srgbClr val="173A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097280" y="2011680"/>
            <a:ext cx="9966960" cy="1828800"/>
          </a:xfrm>
          <a:prstGeom prst="rect">
            <a:avLst/>
          </a:prstGeom>
          <a:noFill/>
          <a:ln/>
        </p:spPr>
        <p:txBody>
          <a:bodyPr wrap="square" rtlCol="0"/>
          <a:lstStyle>
            <a:lvl1pPr algn="ctr" indent="0" marL="0">
              <a:buNone/>
              <a:defRPr lang="en-US" sz="4000" b="1" dirty="0">
                <a:solidFill>
                  <a:schemeClr val="bg1"/>
                </a:solidFill>
              </a:defRPr>
            </a:lvl1pPr>
          </a:lstStyle>
          <a:p>
            <a:pPr algn="ctr" indent="0" marL="0">
              <a:buNone/>
            </a:pPr>
            <a:endParaRPr lang="en-US" sz="4000" dirty="0"/>
          </a:p>
        </p:txBody>
      </p:sp>
      <p:sp>
        <p:nvSpPr>
          <p:cNvPr id="3" name="Text 0"/>
          <p:cNvSpPr/>
          <p:nvPr>
            <p:ph idx="101" type="body" hasCustomPrompt="1"/>
          </p:nvPr>
        </p:nvSpPr>
        <p:spPr>
          <a:xfrm>
            <a:off x="1097280" y="3977640"/>
            <a:ext cx="9966960" cy="1097280"/>
          </a:xfrm>
          <a:prstGeom prst="rect">
            <a:avLst/>
          </a:prstGeom>
          <a:noFill/>
          <a:ln/>
        </p:spPr>
        <p:txBody>
          <a:bodyPr wrap="square" rtlCol="0"/>
          <a:lstStyle>
            <a:lvl1pPr algn="ctr" indent="0" marL="0">
              <a:buNone/>
              <a:defRPr lang="en-US" sz="1800" dirty="0">
                <a:solidFill>
                  <a:schemeClr val="accent6"/>
                </a:solidFill>
              </a:defRPr>
            </a:lvl1pPr>
          </a:lstStyle>
          <a:p>
            <a:pPr algn="ctr"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4.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4.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4.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4.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4.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4.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4.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4.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slideLayout" Target="../slideLayouts/slideLayout4.xm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4.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slideLayout" Target="../slideLayouts/slideLayout4.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4.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371600"/>
          </a:xfrm>
          <a:prstGeom prst="rect">
            <a:avLst/>
          </a:prstGeom>
          <a:noFill/>
          <a:ln/>
        </p:spPr>
        <p:txBody>
          <a:bodyPr wrap="square" lIns="0" tIns="0" rIns="0" bIns="0" rtlCol="0" anchor="b"/>
          <a:lstStyle/>
          <a:p>
            <a:pPr algn="l" indent="0" marL="0">
              <a:buNone/>
            </a:pPr>
            <a:r>
              <a:rPr lang="en-US" sz="4400" b="1" dirty="0">
                <a:solidFill>
                  <a:schemeClr val="bg1"/>
                </a:solidFill>
              </a:rPr>
              <a:t>1회차 — 보는 눈</a:t>
            </a:r>
            <a:endParaRPr lang="en-US" sz="4400" dirty="0"/>
          </a:p>
        </p:txBody>
      </p:sp>
      <p:sp>
        <p:nvSpPr>
          <p:cNvPr id="3" name="Text 0"/>
          <p:cNvSpPr/>
          <p:nvPr>
            <p:ph idx="101" type="body" hasCustomPrompt="1"/>
          </p:nvPr>
        </p:nvSpPr>
        <p:spPr>
          <a:xfrm>
            <a:off x="822960" y="3520440"/>
            <a:ext cx="10515600" cy="731520"/>
          </a:xfrm>
          <a:prstGeom prst="rect">
            <a:avLst/>
          </a:prstGeom>
          <a:noFill/>
          <a:ln/>
        </p:spPr>
        <p:txBody>
          <a:bodyPr wrap="square" lIns="0" tIns="0" rIns="0" bIns="0" rtlCol="0" anchor="t"/>
          <a:lstStyle/>
          <a:p>
            <a:pPr algn="l" indent="0" marL="0">
              <a:buNone/>
            </a:pPr>
            <a:r>
              <a:rPr lang="en-US" sz="2400" dirty="0">
                <a:solidFill>
                  <a:schemeClr val="accent1"/>
                </a:solidFill>
              </a:rPr>
              <a:t>프로처럼 보고, 정석대로 찍는 날</a:t>
            </a:r>
            <a:endParaRPr lang="en-US" sz="2400" dirty="0"/>
          </a:p>
        </p:txBody>
      </p:sp>
      <p:sp>
        <p:nvSpPr>
          <p:cNvPr id="4" name="Text 2"/>
          <p:cNvSpPr txBox="1"/>
          <p:nvPr/>
        </p:nvSpPr>
        <p:spPr>
          <a:xfrm>
            <a:off x="822960" y="1325880"/>
            <a:ext cx="10058400" cy="457200"/>
          </a:xfrm>
          <a:prstGeom prst="rect">
            <a:avLst/>
          </a:prstGeom>
          <a:noFill/>
          <a:ln/>
        </p:spPr>
        <p:txBody>
          <a:bodyPr wrap="square" lIns="0" tIns="0" rIns="0" bIns="0" rtlCol="0" anchor="t"/>
          <a:lstStyle/>
          <a:p>
            <a:pPr indent="0" marL="0">
              <a:buNone/>
            </a:pPr>
            <a:r>
              <a:rPr lang="en-US" sz="1800" dirty="0">
                <a:solidFill>
                  <a:schemeClr val="accent6"/>
                </a:solidFill>
              </a:rPr>
              <a:t>AI콘텐츠 크리에이터 실무 · 촬영편집</a:t>
            </a:r>
            <a:endParaRPr lang="en-US" sz="1800" dirty="0"/>
          </a:p>
        </p:txBody>
      </p:sp>
      <p:sp>
        <p:nvSpPr>
          <p:cNvPr id="5" name="Text 3"/>
          <p:cNvSpPr txBox="1"/>
          <p:nvPr/>
        </p:nvSpPr>
        <p:spPr>
          <a:xfrm>
            <a:off x="822960" y="5760720"/>
            <a:ext cx="10058400" cy="365760"/>
          </a:xfrm>
          <a:prstGeom prst="rect">
            <a:avLst/>
          </a:prstGeom>
          <a:noFill/>
          <a:ln/>
        </p:spPr>
        <p:txBody>
          <a:bodyPr wrap="square" lIns="0" tIns="0" rIns="0" bIns="0" rtlCol="0" anchor="t"/>
          <a:lstStyle/>
          <a:p>
            <a:pPr indent="0" marL="0">
              <a:buNone/>
            </a:pPr>
            <a:r>
              <a:rPr lang="en-US" sz="1400" dirty="0">
                <a:solidFill>
                  <a:schemeClr val="accent6"/>
                </a:solidFill>
              </a:rPr>
              <a:t>2026. 10. 22 (목) · 10:00–17:30 · 1공학관</a:t>
            </a:r>
            <a:endParaRPr lang="en-US" sz="1400" dirty="0"/>
          </a:p>
        </p:txBody>
      </p:sp>
      <p:sp>
        <p:nvSpPr>
          <p:cNvPr id="6" name="Shape 4"/>
          <p:cNvSpPr/>
          <p:nvPr/>
        </p:nvSpPr>
        <p:spPr>
          <a:xfrm>
            <a:off x="9692640" y="640080"/>
            <a:ext cx="1463040" cy="1737360"/>
          </a:xfrm>
          <a:prstGeom prst="triangle">
            <a:avLst/>
          </a:prstGeom>
          <a:solidFill>
            <a:schemeClr val="accent2"/>
          </a:solidFill>
          <a:ln/>
        </p:spPr>
      </p:sp>
      <p:sp>
        <p:nvSpPr>
          <p:cNvPr id="7" name="Shape 5"/>
          <p:cNvSpPr/>
          <p:nvPr/>
        </p:nvSpPr>
        <p:spPr>
          <a:xfrm>
            <a:off x="10287000" y="2377440"/>
            <a:ext cx="274320" cy="320040"/>
          </a:xfrm>
          <a:prstGeom prst="rect">
            <a:avLst/>
          </a:prstGeom>
          <a:solidFill>
            <a:schemeClr val="accent5"/>
          </a:solidFill>
          <a:ln/>
        </p:spPr>
      </p:sp>
      <p:sp>
        <p:nvSpPr>
          <p:cNvPr id="8" name="Shape 6"/>
          <p:cNvSpPr/>
          <p:nvPr/>
        </p:nvSpPr>
        <p:spPr>
          <a:xfrm>
            <a:off x="10287000" y="320040"/>
            <a:ext cx="274320" cy="274320"/>
          </a:xfrm>
          <a:prstGeom prst="ellipse">
            <a:avLst/>
          </a:prstGeom>
          <a:solidFill>
            <a:schemeClr val="accent1"/>
          </a:solidFill>
          <a:ln/>
        </p:spPr>
      </p:sp>
      <p:sp>
        <p:nvSpPr>
          <p:cNvPr id="9" name="Shape 7"/>
          <p:cNvSpPr/>
          <p:nvPr/>
        </p:nvSpPr>
        <p:spPr>
          <a:xfrm>
            <a:off x="10104120" y="1463040"/>
            <a:ext cx="201168" cy="201168"/>
          </a:xfrm>
          <a:prstGeom prst="ellipse">
            <a:avLst/>
          </a:prstGeom>
          <a:solidFill>
            <a:schemeClr val="accent3"/>
          </a:solidFill>
          <a:ln/>
        </p:spPr>
      </p:sp>
      <p:sp>
        <p:nvSpPr>
          <p:cNvPr id="10" name="Shape 8"/>
          <p:cNvSpPr/>
          <p:nvPr/>
        </p:nvSpPr>
        <p:spPr>
          <a:xfrm>
            <a:off x="10607040" y="1874520"/>
            <a:ext cx="201168" cy="201168"/>
          </a:xfrm>
          <a:prstGeom prst="ellipse">
            <a:avLst/>
          </a:prstGeom>
          <a:solidFill>
            <a:schemeClr val="accent4"/>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오늘의 시간표</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822960"/>
                <a:gridCol w="1554480"/>
                <a:gridCol w="5486400"/>
                <a:gridCol w="3200400"/>
              </a:tblGrid>
              <a:tr h="457200">
                <a:tc>
                  <a:txBody>
                    <a:bodyPr/>
                    <a:lstStyle/>
                    <a:p>
                      <a:pPr indent="0" marL="0">
                        <a:buNone/>
                      </a:pPr>
                      <a:r>
                        <a:rPr lang="en-US" sz="1400" b="1" dirty="0">
                          <a:solidFill>
                            <a:schemeClr val="bg1"/>
                          </a:solidFill>
                        </a:rPr>
                        <a:t>교시</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시간</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하는 일</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남는 것</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rPr>
                        <a:t>1</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10:00–10:50</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OT · 크루 · 세팅 · 한 줄 자기소개</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한 줄 소개, 크루와 짝</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2</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11:00–11:50</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프로는 이렇게 기획하고 만든다 (윤성원 PD 사례)</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프로 제작 공정 지도</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점심</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11:50–12:40</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3</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12:40–13:30</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카메라의 원리 ① 사진: 노출 · 색 · 초점</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설정별 비교 사진</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4</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13:40–14:30</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카메라의 원리 ② 영상: 프레임 · 셔터 · 세팅</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내 폰 세팅 완료</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5</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14:40–15:30</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화면의 언어와 빛: 샷 · 앵글 · 구도 · 조명</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구도 사진 + AI 피드백</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6</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15:40–16:30</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움직임 · 컷 · 소리 + 장비 체험</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5샷 시퀀스</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7</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16:40–17:30</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촬영 리뷰 · 크루 베스트 컷 · 과제</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베스트 컷</a:t>
                      </a:r>
                      <a:endParaRPr lang="en-US" sz="14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868680" y="2377440"/>
            <a:ext cx="1463040" cy="1463040"/>
          </a:xfrm>
          <a:prstGeom prst="ellipse">
            <a:avLst/>
          </a:prstGeom>
          <a:solidFill>
            <a:schemeClr val="accent1"/>
          </a:solidFill>
          <a:ln/>
        </p:spPr>
      </p:sp>
      <p:sp>
        <p:nvSpPr>
          <p:cNvPr id="3" name="Text 1"/>
          <p:cNvSpPr txBox="1"/>
          <p:nvPr/>
        </p:nvSpPr>
        <p:spPr>
          <a:xfrm>
            <a:off x="868680" y="2377440"/>
            <a:ext cx="1463040" cy="1463040"/>
          </a:xfrm>
          <a:prstGeom prst="rect">
            <a:avLst/>
          </a:prstGeom>
          <a:noFill/>
          <a:ln/>
        </p:spPr>
        <p:txBody>
          <a:bodyPr wrap="square" lIns="0" tIns="0" rIns="0" bIns="0" rtlCol="0" anchor="ctr"/>
          <a:lstStyle/>
          <a:p>
            <a:pPr algn="ctr" indent="0" marL="0">
              <a:buNone/>
            </a:pPr>
            <a:r>
              <a:rPr lang="en-US" sz="6000" b="1" dirty="0">
                <a:solidFill>
                  <a:schemeClr val="tx2"/>
                </a:solidFill>
              </a:rPr>
              <a:t>1</a:t>
            </a:r>
            <a:endParaRPr lang="en-US" sz="6000" dirty="0"/>
          </a:p>
        </p:txBody>
      </p:sp>
      <p:sp>
        <p:nvSpPr>
          <p:cNvPr id="4" name="Text 2"/>
          <p:cNvSpPr txBox="1"/>
          <p:nvPr/>
        </p:nvSpPr>
        <p:spPr>
          <a:xfrm>
            <a:off x="868680" y="3931920"/>
            <a:ext cx="1463040" cy="365760"/>
          </a:xfrm>
          <a:prstGeom prst="rect">
            <a:avLst/>
          </a:prstGeom>
          <a:noFill/>
          <a:ln/>
        </p:spPr>
        <p:txBody>
          <a:bodyPr wrap="square" lIns="0" tIns="0" rIns="0" bIns="0" rtlCol="0" anchor="t"/>
          <a:lstStyle/>
          <a:p>
            <a:pPr algn="ctr" indent="0" marL="0">
              <a:buNone/>
            </a:pPr>
            <a:r>
              <a:rPr lang="en-US" sz="1600" dirty="0">
                <a:solidFill>
                  <a:schemeClr val="accent6"/>
                </a:solidFill>
              </a:rPr>
              <a:t>교시</a:t>
            </a:r>
            <a:endParaRPr lang="en-US" sz="1600" dirty="0"/>
          </a:p>
        </p:txBody>
      </p:sp>
      <p:sp>
        <p:nvSpPr>
          <p:cNvPr id="5" name="Text 0"/>
          <p:cNvSpPr/>
          <p:nvPr>
            <p:ph idx="100" type="title" hasCustomPrompt="1"/>
          </p:nvPr>
        </p:nvSpPr>
        <p:spPr>
          <a:xfrm>
            <a:off x="2743200" y="2331720"/>
            <a:ext cx="8778240" cy="1188720"/>
          </a:xfrm>
          <a:prstGeom prst="rect">
            <a:avLst/>
          </a:prstGeom>
          <a:noFill/>
          <a:ln/>
        </p:spPr>
        <p:txBody>
          <a:bodyPr wrap="square" lIns="0" tIns="0" rIns="0" bIns="0" rtlCol="0" anchor="b"/>
          <a:lstStyle/>
          <a:p>
            <a:pPr algn="l" indent="0" marL="0">
              <a:buNone/>
            </a:pPr>
            <a:r>
              <a:rPr lang="en-US" sz="4000" b="1" dirty="0">
                <a:solidFill>
                  <a:schemeClr val="bg1"/>
                </a:solidFill>
              </a:rPr>
              <a:t>OT와 과정 지도</a:t>
            </a:r>
            <a:endParaRPr lang="en-US" sz="4000" dirty="0"/>
          </a:p>
        </p:txBody>
      </p:sp>
      <p:sp>
        <p:nvSpPr>
          <p:cNvPr id="6" name="Text 0"/>
          <p:cNvSpPr/>
          <p:nvPr>
            <p:ph idx="101" type="body" hasCustomPrompt="1"/>
          </p:nvPr>
        </p:nvSpPr>
        <p:spPr>
          <a:xfrm>
            <a:off x="2743200" y="3611880"/>
            <a:ext cx="8778240" cy="1097280"/>
          </a:xfrm>
          <a:prstGeom prst="rect">
            <a:avLst/>
          </a:prstGeom>
          <a:noFill/>
          <a:ln/>
        </p:spPr>
        <p:txBody>
          <a:bodyPr wrap="square" lIns="0" tIns="0" rIns="0" bIns="0" rtlCol="0" anchor="t"/>
          <a:lstStyle/>
          <a:p>
            <a:pPr algn="l" indent="0" marL="0">
              <a:buNone/>
            </a:pPr>
            <a:r>
              <a:rPr lang="en-US" sz="1800" dirty="0">
                <a:solidFill>
                  <a:schemeClr val="accent6"/>
                </a:solidFill>
              </a:rPr>
              <a:t>10:00–10:50 · 우리가 6번 동안 무엇을 키우는지, 누구와 함께 가는지</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6번의 수업, 나무 한 그루</a:t>
            </a:r>
            <a:endParaRPr lang="en-US" sz="3000" dirty="0"/>
          </a:p>
        </p:txBody>
      </p:sp>
      <p:sp>
        <p:nvSpPr>
          <p:cNvPr id="4" name="tree"/>
          <p:cNvSpPr/>
          <p:nvPr/>
        </p:nvSpPr>
        <p:spPr>
          <a:xfrm>
            <a:off x="1371600" y="1691640"/>
            <a:ext cx="3840480" cy="3200400"/>
          </a:xfrm>
          <a:prstGeom prst="triangle">
            <a:avLst/>
          </a:prstGeom>
          <a:solidFill>
            <a:schemeClr val="accent2"/>
          </a:solidFill>
          <a:ln/>
        </p:spPr>
      </p:sp>
      <p:sp>
        <p:nvSpPr>
          <p:cNvPr id="5" name="Shape 2"/>
          <p:cNvSpPr/>
          <p:nvPr/>
        </p:nvSpPr>
        <p:spPr>
          <a:xfrm>
            <a:off x="3017520" y="4892040"/>
            <a:ext cx="548640" cy="502920"/>
          </a:xfrm>
          <a:prstGeom prst="rect">
            <a:avLst/>
          </a:prstGeom>
          <a:solidFill>
            <a:schemeClr val="accent5"/>
          </a:solidFill>
          <a:ln/>
        </p:spPr>
      </p:sp>
      <p:sp>
        <p:nvSpPr>
          <p:cNvPr id="6" name="Shape 3"/>
          <p:cNvSpPr/>
          <p:nvPr/>
        </p:nvSpPr>
        <p:spPr>
          <a:xfrm flipV="1">
            <a:off x="2514600" y="5394960"/>
            <a:ext cx="1554480" cy="548640"/>
          </a:xfrm>
          <a:prstGeom prst="trapezoid">
            <a:avLst/>
          </a:prstGeom>
          <a:solidFill>
            <a:schemeClr val="tx2"/>
          </a:solidFill>
          <a:ln/>
        </p:spPr>
      </p:sp>
      <p:sp>
        <p:nvSpPr>
          <p:cNvPr id="7" name="Shape 4"/>
          <p:cNvSpPr/>
          <p:nvPr/>
        </p:nvSpPr>
        <p:spPr>
          <a:xfrm>
            <a:off x="2971800" y="1280160"/>
            <a:ext cx="640080" cy="603504"/>
          </a:xfrm>
          <a:prstGeom prst="star5">
            <a:avLst/>
          </a:prstGeom>
          <a:solidFill>
            <a:schemeClr val="accent1"/>
          </a:solidFill>
          <a:ln/>
        </p:spPr>
      </p:sp>
      <p:sp>
        <p:nvSpPr>
          <p:cNvPr id="8" name="Shape 5"/>
          <p:cNvSpPr/>
          <p:nvPr/>
        </p:nvSpPr>
        <p:spPr>
          <a:xfrm>
            <a:off x="3108960" y="2651760"/>
            <a:ext cx="365760" cy="365760"/>
          </a:xfrm>
          <a:prstGeom prst="ellipse">
            <a:avLst/>
          </a:prstGeom>
          <a:solidFill>
            <a:schemeClr val="accent3"/>
          </a:solidFill>
          <a:ln/>
        </p:spPr>
      </p:sp>
      <p:sp>
        <p:nvSpPr>
          <p:cNvPr id="9" name="Shape 6"/>
          <p:cNvSpPr/>
          <p:nvPr/>
        </p:nvSpPr>
        <p:spPr>
          <a:xfrm>
            <a:off x="2377440" y="3566160"/>
            <a:ext cx="365760" cy="365760"/>
          </a:xfrm>
          <a:prstGeom prst="ellipse">
            <a:avLst/>
          </a:prstGeom>
          <a:solidFill>
            <a:schemeClr val="accent4"/>
          </a:solidFill>
          <a:ln/>
        </p:spPr>
      </p:sp>
      <p:sp>
        <p:nvSpPr>
          <p:cNvPr id="10" name="Shape 7"/>
          <p:cNvSpPr/>
          <p:nvPr/>
        </p:nvSpPr>
        <p:spPr>
          <a:xfrm>
            <a:off x="3840480" y="3566160"/>
            <a:ext cx="365760" cy="365760"/>
          </a:xfrm>
          <a:prstGeom prst="ellipse">
            <a:avLst/>
          </a:prstGeom>
          <a:solidFill>
            <a:schemeClr val="accent4"/>
          </a:solidFill>
          <a:ln/>
        </p:spPr>
      </p:sp>
      <p:sp>
        <p:nvSpPr>
          <p:cNvPr id="11" name="Shape 8"/>
          <p:cNvSpPr/>
          <p:nvPr/>
        </p:nvSpPr>
        <p:spPr>
          <a:xfrm>
            <a:off x="1920240" y="4297680"/>
            <a:ext cx="365760" cy="365760"/>
          </a:xfrm>
          <a:prstGeom prst="ellipse">
            <a:avLst/>
          </a:prstGeom>
          <a:solidFill>
            <a:schemeClr val="accent4"/>
          </a:solidFill>
          <a:ln/>
        </p:spPr>
      </p:sp>
      <p:sp>
        <p:nvSpPr>
          <p:cNvPr id="12" name="Shape 9"/>
          <p:cNvSpPr/>
          <p:nvPr/>
        </p:nvSpPr>
        <p:spPr>
          <a:xfrm>
            <a:off x="4297680" y="4297680"/>
            <a:ext cx="365760" cy="365760"/>
          </a:xfrm>
          <a:prstGeom prst="ellipse">
            <a:avLst/>
          </a:prstGeom>
          <a:solidFill>
            <a:schemeClr val="accent4"/>
          </a:solidFill>
          <a:ln/>
        </p:spPr>
      </p:sp>
      <p:sp>
        <p:nvSpPr>
          <p:cNvPr id="13" name="Shape 10"/>
          <p:cNvSpPr/>
          <p:nvPr/>
        </p:nvSpPr>
        <p:spPr>
          <a:xfrm>
            <a:off x="6035040" y="1417320"/>
            <a:ext cx="5577840" cy="749808"/>
          </a:xfrm>
          <a:prstGeom prst="roundRect">
            <a:avLst>
              <a:gd name="adj" fmla="val 14634"/>
            </a:avLst>
          </a:prstGeom>
          <a:solidFill>
            <a:schemeClr val="bg2"/>
          </a:solidFill>
          <a:ln/>
        </p:spPr>
      </p:sp>
      <p:sp>
        <p:nvSpPr>
          <p:cNvPr id="14" name="Shape 11"/>
          <p:cNvSpPr/>
          <p:nvPr/>
        </p:nvSpPr>
        <p:spPr>
          <a:xfrm>
            <a:off x="6217920" y="1609344"/>
            <a:ext cx="365760" cy="365760"/>
          </a:xfrm>
          <a:prstGeom prst="ellipse">
            <a:avLst/>
          </a:prstGeom>
          <a:solidFill>
            <a:schemeClr val="accent1"/>
          </a:solidFill>
          <a:ln/>
        </p:spPr>
      </p:sp>
      <p:sp>
        <p:nvSpPr>
          <p:cNvPr id="15" name="Text 12"/>
          <p:cNvSpPr txBox="1"/>
          <p:nvPr/>
        </p:nvSpPr>
        <p:spPr>
          <a:xfrm>
            <a:off x="6766560" y="1508760"/>
            <a:ext cx="4754880" cy="320040"/>
          </a:xfrm>
          <a:prstGeom prst="rect">
            <a:avLst/>
          </a:prstGeom>
          <a:noFill/>
          <a:ln/>
        </p:spPr>
        <p:txBody>
          <a:bodyPr wrap="square" lIns="0" tIns="0" rIns="0" bIns="0" rtlCol="0" anchor="t"/>
          <a:lstStyle/>
          <a:p>
            <a:pPr indent="0" marL="0">
              <a:buNone/>
            </a:pPr>
            <a:r>
              <a:rPr lang="en-US" sz="1500" b="1" dirty="0">
                <a:solidFill>
                  <a:schemeClr val="tx2"/>
                </a:solidFill>
              </a:rPr>
              <a:t>별  ·  5회 · 12/1</a:t>
            </a:r>
            <a:endParaRPr lang="en-US" sz="1500" dirty="0"/>
          </a:p>
        </p:txBody>
      </p:sp>
      <p:sp>
        <p:nvSpPr>
          <p:cNvPr id="16" name="Text 13"/>
          <p:cNvSpPr txBox="1"/>
          <p:nvPr/>
        </p:nvSpPr>
        <p:spPr>
          <a:xfrm>
            <a:off x="6766560" y="1819656"/>
            <a:ext cx="4754880" cy="292608"/>
          </a:xfrm>
          <a:prstGeom prst="rect">
            <a:avLst/>
          </a:prstGeom>
          <a:noFill/>
          <a:ln/>
        </p:spPr>
        <p:txBody>
          <a:bodyPr wrap="square" lIns="0" tIns="0" rIns="0" bIns="0" rtlCol="0" anchor="t"/>
          <a:lstStyle/>
          <a:p>
            <a:pPr indent="0" marL="0">
              <a:buNone/>
            </a:pPr>
            <a:r>
              <a:rPr lang="en-US" sz="1300" dirty="0">
                <a:solidFill>
                  <a:schemeClr val="tx1"/>
                </a:solidFill>
              </a:rPr>
              <a:t>브랜딩·후킹으로 대표작 리뉴얼</a:t>
            </a:r>
            <a:endParaRPr lang="en-US" sz="1300" dirty="0"/>
          </a:p>
        </p:txBody>
      </p:sp>
      <p:sp>
        <p:nvSpPr>
          <p:cNvPr id="17" name="Shape 14"/>
          <p:cNvSpPr/>
          <p:nvPr/>
        </p:nvSpPr>
        <p:spPr>
          <a:xfrm>
            <a:off x="6035040" y="2313432"/>
            <a:ext cx="5577840" cy="749808"/>
          </a:xfrm>
          <a:prstGeom prst="roundRect">
            <a:avLst>
              <a:gd name="adj" fmla="val 14634"/>
            </a:avLst>
          </a:prstGeom>
          <a:solidFill>
            <a:schemeClr val="bg2"/>
          </a:solidFill>
          <a:ln/>
        </p:spPr>
      </p:sp>
      <p:sp>
        <p:nvSpPr>
          <p:cNvPr id="18" name="Shape 15"/>
          <p:cNvSpPr/>
          <p:nvPr/>
        </p:nvSpPr>
        <p:spPr>
          <a:xfrm>
            <a:off x="6217920" y="2505456"/>
            <a:ext cx="365760" cy="365760"/>
          </a:xfrm>
          <a:prstGeom prst="ellipse">
            <a:avLst/>
          </a:prstGeom>
          <a:solidFill>
            <a:schemeClr val="accent3"/>
          </a:solidFill>
          <a:ln/>
        </p:spPr>
      </p:sp>
      <p:sp>
        <p:nvSpPr>
          <p:cNvPr id="19" name="Text 16"/>
          <p:cNvSpPr txBox="1"/>
          <p:nvPr/>
        </p:nvSpPr>
        <p:spPr>
          <a:xfrm>
            <a:off x="6766560" y="2404872"/>
            <a:ext cx="4754880" cy="320040"/>
          </a:xfrm>
          <a:prstGeom prst="rect">
            <a:avLst/>
          </a:prstGeom>
          <a:noFill/>
          <a:ln/>
        </p:spPr>
        <p:txBody>
          <a:bodyPr wrap="square" lIns="0" tIns="0" rIns="0" bIns="0" rtlCol="0" anchor="t"/>
          <a:lstStyle/>
          <a:p>
            <a:pPr indent="0" marL="0">
              <a:buNone/>
            </a:pPr>
            <a:r>
              <a:rPr lang="en-US" sz="1500" b="1" dirty="0">
                <a:solidFill>
                  <a:schemeClr val="tx2"/>
                </a:solidFill>
              </a:rPr>
              <a:t>오너먼트  ·  3·4회 · 11/19, 11/26</a:t>
            </a:r>
            <a:endParaRPr lang="en-US" sz="1500" dirty="0"/>
          </a:p>
        </p:txBody>
      </p:sp>
      <p:sp>
        <p:nvSpPr>
          <p:cNvPr id="20" name="Text 17"/>
          <p:cNvSpPr txBox="1"/>
          <p:nvPr/>
        </p:nvSpPr>
        <p:spPr>
          <a:xfrm>
            <a:off x="6766560" y="2715768"/>
            <a:ext cx="4754880" cy="292608"/>
          </a:xfrm>
          <a:prstGeom prst="rect">
            <a:avLst/>
          </a:prstGeom>
          <a:noFill/>
          <a:ln/>
        </p:spPr>
        <p:txBody>
          <a:bodyPr wrap="square" lIns="0" tIns="0" rIns="0" bIns="0" rtlCol="0" anchor="t"/>
          <a:lstStyle/>
          <a:p>
            <a:pPr indent="0" marL="0">
              <a:buNone/>
            </a:pPr>
            <a:r>
              <a:rPr lang="en-US" sz="1300" dirty="0">
                <a:solidFill>
                  <a:schemeClr val="tx1"/>
                </a:solidFill>
              </a:rPr>
              <a:t>숏폼 · 브이로그 · 정보성 · 스트리머형 · AI 영상</a:t>
            </a:r>
            <a:endParaRPr lang="en-US" sz="1300" dirty="0"/>
          </a:p>
        </p:txBody>
      </p:sp>
      <p:sp>
        <p:nvSpPr>
          <p:cNvPr id="21" name="Shape 18"/>
          <p:cNvSpPr/>
          <p:nvPr/>
        </p:nvSpPr>
        <p:spPr>
          <a:xfrm>
            <a:off x="6035040" y="3209544"/>
            <a:ext cx="5577840" cy="749808"/>
          </a:xfrm>
          <a:prstGeom prst="roundRect">
            <a:avLst>
              <a:gd name="adj" fmla="val 14634"/>
            </a:avLst>
          </a:prstGeom>
          <a:solidFill>
            <a:schemeClr val="bg2"/>
          </a:solidFill>
          <a:ln/>
        </p:spPr>
      </p:sp>
      <p:sp>
        <p:nvSpPr>
          <p:cNvPr id="22" name="Shape 19"/>
          <p:cNvSpPr/>
          <p:nvPr/>
        </p:nvSpPr>
        <p:spPr>
          <a:xfrm>
            <a:off x="6217920" y="3401568"/>
            <a:ext cx="365760" cy="365760"/>
          </a:xfrm>
          <a:prstGeom prst="ellipse">
            <a:avLst/>
          </a:prstGeom>
          <a:solidFill>
            <a:schemeClr val="accent5"/>
          </a:solidFill>
          <a:ln/>
        </p:spPr>
      </p:sp>
      <p:sp>
        <p:nvSpPr>
          <p:cNvPr id="23" name="Text 20"/>
          <p:cNvSpPr txBox="1"/>
          <p:nvPr/>
        </p:nvSpPr>
        <p:spPr>
          <a:xfrm>
            <a:off x="6766560" y="3300984"/>
            <a:ext cx="4754880" cy="320040"/>
          </a:xfrm>
          <a:prstGeom prst="rect">
            <a:avLst/>
          </a:prstGeom>
          <a:noFill/>
          <a:ln/>
        </p:spPr>
        <p:txBody>
          <a:bodyPr wrap="square" lIns="0" tIns="0" rIns="0" bIns="0" rtlCol="0" anchor="t"/>
          <a:lstStyle/>
          <a:p>
            <a:pPr indent="0" marL="0">
              <a:buNone/>
            </a:pPr>
            <a:r>
              <a:rPr lang="en-US" sz="1500" b="1" dirty="0">
                <a:solidFill>
                  <a:schemeClr val="tx2"/>
                </a:solidFill>
              </a:rPr>
              <a:t>줄기  ·  2회 · 10/30 + 3주 과제</a:t>
            </a:r>
            <a:endParaRPr lang="en-US" sz="1500" dirty="0"/>
          </a:p>
        </p:txBody>
      </p:sp>
      <p:sp>
        <p:nvSpPr>
          <p:cNvPr id="24" name="Text 21"/>
          <p:cNvSpPr txBox="1"/>
          <p:nvPr/>
        </p:nvSpPr>
        <p:spPr>
          <a:xfrm>
            <a:off x="6766560" y="3611880"/>
            <a:ext cx="4754880" cy="292608"/>
          </a:xfrm>
          <a:prstGeom prst="rect">
            <a:avLst/>
          </a:prstGeom>
          <a:noFill/>
          <a:ln/>
        </p:spPr>
        <p:txBody>
          <a:bodyPr wrap="square" lIns="0" tIns="0" rIns="0" bIns="0" rtlCol="0" anchor="t"/>
          <a:lstStyle/>
          <a:p>
            <a:pPr indent="0" marL="0">
              <a:buNone/>
            </a:pPr>
            <a:r>
              <a:rPr lang="en-US" sz="1300" dirty="0">
                <a:solidFill>
                  <a:schemeClr val="tx1"/>
                </a:solidFill>
              </a:rPr>
              <a:t>채널 기획안 · 채널 개설 · 스토리보드</a:t>
            </a:r>
            <a:endParaRPr lang="en-US" sz="1300" dirty="0"/>
          </a:p>
        </p:txBody>
      </p:sp>
      <p:sp>
        <p:nvSpPr>
          <p:cNvPr id="25" name="Shape 22"/>
          <p:cNvSpPr/>
          <p:nvPr/>
        </p:nvSpPr>
        <p:spPr>
          <a:xfrm>
            <a:off x="6035040" y="4105656"/>
            <a:ext cx="5577840" cy="749808"/>
          </a:xfrm>
          <a:prstGeom prst="roundRect">
            <a:avLst>
              <a:gd name="adj" fmla="val 14634"/>
            </a:avLst>
          </a:prstGeom>
          <a:solidFill>
            <a:schemeClr val="bg2"/>
          </a:solidFill>
          <a:ln/>
        </p:spPr>
      </p:sp>
      <p:sp>
        <p:nvSpPr>
          <p:cNvPr id="26" name="Shape 23"/>
          <p:cNvSpPr/>
          <p:nvPr/>
        </p:nvSpPr>
        <p:spPr>
          <a:xfrm>
            <a:off x="6217920" y="4297680"/>
            <a:ext cx="365760" cy="365760"/>
          </a:xfrm>
          <a:prstGeom prst="ellipse">
            <a:avLst/>
          </a:prstGeom>
          <a:solidFill>
            <a:schemeClr val="tx2"/>
          </a:solidFill>
          <a:ln/>
        </p:spPr>
      </p:sp>
      <p:sp>
        <p:nvSpPr>
          <p:cNvPr id="27" name="Text 24"/>
          <p:cNvSpPr txBox="1"/>
          <p:nvPr/>
        </p:nvSpPr>
        <p:spPr>
          <a:xfrm>
            <a:off x="6766560" y="4197096"/>
            <a:ext cx="4754880" cy="320040"/>
          </a:xfrm>
          <a:prstGeom prst="rect">
            <a:avLst/>
          </a:prstGeom>
          <a:noFill/>
          <a:ln/>
        </p:spPr>
        <p:txBody>
          <a:bodyPr wrap="square" lIns="0" tIns="0" rIns="0" bIns="0" rtlCol="0" anchor="t"/>
          <a:lstStyle/>
          <a:p>
            <a:pPr indent="0" marL="0">
              <a:buNone/>
            </a:pPr>
            <a:r>
              <a:rPr lang="en-US" sz="1500" b="1" dirty="0">
                <a:solidFill>
                  <a:schemeClr val="tx2"/>
                </a:solidFill>
              </a:rPr>
              <a:t>화분  ·  1회 · 오늘</a:t>
            </a:r>
            <a:endParaRPr lang="en-US" sz="1500" dirty="0"/>
          </a:p>
        </p:txBody>
      </p:sp>
      <p:sp>
        <p:nvSpPr>
          <p:cNvPr id="28" name="Text 25"/>
          <p:cNvSpPr txBox="1"/>
          <p:nvPr/>
        </p:nvSpPr>
        <p:spPr>
          <a:xfrm>
            <a:off x="6766560" y="4507992"/>
            <a:ext cx="4754880" cy="292608"/>
          </a:xfrm>
          <a:prstGeom prst="rect">
            <a:avLst/>
          </a:prstGeom>
          <a:noFill/>
          <a:ln/>
        </p:spPr>
        <p:txBody>
          <a:bodyPr wrap="square" lIns="0" tIns="0" rIns="0" bIns="0" rtlCol="0" anchor="t"/>
          <a:lstStyle/>
          <a:p>
            <a:pPr indent="0" marL="0">
              <a:buNone/>
            </a:pPr>
            <a:r>
              <a:rPr lang="en-US" sz="1300" dirty="0">
                <a:solidFill>
                  <a:schemeClr val="tx1"/>
                </a:solidFill>
              </a:rPr>
              <a:t>보는 눈: 촬영 이론 + 프로 공정</a:t>
            </a:r>
            <a:endParaRPr lang="en-US" sz="1300" dirty="0"/>
          </a:p>
        </p:txBody>
      </p:sp>
      <p:sp>
        <p:nvSpPr>
          <p:cNvPr id="29" name="Shape 26"/>
          <p:cNvSpPr/>
          <p:nvPr/>
        </p:nvSpPr>
        <p:spPr>
          <a:xfrm>
            <a:off x="6035040" y="5001768"/>
            <a:ext cx="5577840" cy="749808"/>
          </a:xfrm>
          <a:prstGeom prst="roundRect">
            <a:avLst>
              <a:gd name="adj" fmla="val 14634"/>
            </a:avLst>
          </a:prstGeom>
          <a:solidFill>
            <a:schemeClr val="bg2"/>
          </a:solidFill>
          <a:ln/>
        </p:spPr>
      </p:sp>
      <p:sp>
        <p:nvSpPr>
          <p:cNvPr id="30" name="Shape 27"/>
          <p:cNvSpPr/>
          <p:nvPr/>
        </p:nvSpPr>
        <p:spPr>
          <a:xfrm>
            <a:off x="6217920" y="5193792"/>
            <a:ext cx="365760" cy="365760"/>
          </a:xfrm>
          <a:prstGeom prst="ellipse">
            <a:avLst/>
          </a:prstGeom>
          <a:solidFill>
            <a:schemeClr val="accent2"/>
          </a:solidFill>
          <a:ln/>
        </p:spPr>
      </p:sp>
      <p:sp>
        <p:nvSpPr>
          <p:cNvPr id="31" name="Text 28"/>
          <p:cNvSpPr txBox="1"/>
          <p:nvPr/>
        </p:nvSpPr>
        <p:spPr>
          <a:xfrm>
            <a:off x="6766560" y="5093208"/>
            <a:ext cx="4754880" cy="320040"/>
          </a:xfrm>
          <a:prstGeom prst="rect">
            <a:avLst/>
          </a:prstGeom>
          <a:noFill/>
          <a:ln/>
        </p:spPr>
        <p:txBody>
          <a:bodyPr wrap="square" lIns="0" tIns="0" rIns="0" bIns="0" rtlCol="0" anchor="t"/>
          <a:lstStyle/>
          <a:p>
            <a:pPr indent="0" marL="0">
              <a:buNone/>
            </a:pPr>
            <a:r>
              <a:rPr lang="en-US" sz="1500" b="1" dirty="0">
                <a:solidFill>
                  <a:schemeClr val="tx2"/>
                </a:solidFill>
              </a:rPr>
              <a:t>점등식  ·  6회 · 12/10</a:t>
            </a:r>
            <a:endParaRPr lang="en-US" sz="1500" dirty="0"/>
          </a:p>
        </p:txBody>
      </p:sp>
      <p:sp>
        <p:nvSpPr>
          <p:cNvPr id="32" name="Text 29"/>
          <p:cNvSpPr txBox="1"/>
          <p:nvPr/>
        </p:nvSpPr>
        <p:spPr>
          <a:xfrm>
            <a:off x="6766560" y="5404104"/>
            <a:ext cx="4754880" cy="292608"/>
          </a:xfrm>
          <a:prstGeom prst="rect">
            <a:avLst/>
          </a:prstGeom>
          <a:noFill/>
          <a:ln/>
        </p:spPr>
        <p:txBody>
          <a:bodyPr wrap="square" lIns="0" tIns="0" rIns="0" bIns="0" rtlCol="0" anchor="t"/>
          <a:lstStyle/>
          <a:p>
            <a:pPr indent="0" marL="0">
              <a:buNone/>
            </a:pPr>
            <a:r>
              <a:rPr lang="en-US" sz="1300" dirty="0">
                <a:solidFill>
                  <a:schemeClr val="tx1"/>
                </a:solidFill>
              </a:rPr>
              <a:t>채널을 처음부터 다시 보는 상영회</a:t>
            </a:r>
            <a:endParaRPr lang="en-US" sz="13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12월 10일, 여러분 손에 남는 것</a:t>
            </a:r>
            <a:endParaRPr lang="en-US" sz="3000" dirty="0"/>
          </a:p>
        </p:txBody>
      </p:sp>
      <p:sp>
        <p:nvSpPr>
          <p:cNvPr id="4" name="Shape 1"/>
          <p:cNvSpPr/>
          <p:nvPr/>
        </p:nvSpPr>
        <p:spPr>
          <a:xfrm>
            <a:off x="548640" y="1463040"/>
            <a:ext cx="2615184" cy="3017520"/>
          </a:xfrm>
          <a:prstGeom prst="roundRect">
            <a:avLst>
              <a:gd name="adj" fmla="val 4196"/>
            </a:avLst>
          </a:prstGeom>
          <a:solidFill>
            <a:schemeClr val="bg2"/>
          </a:solidFill>
          <a:ln/>
        </p:spPr>
      </p:sp>
      <p:sp>
        <p:nvSpPr>
          <p:cNvPr id="5" name="Shape 2"/>
          <p:cNvSpPr/>
          <p:nvPr/>
        </p:nvSpPr>
        <p:spPr>
          <a:xfrm>
            <a:off x="777240" y="1691640"/>
            <a:ext cx="566928" cy="566928"/>
          </a:xfrm>
          <a:prstGeom prst="ellipse">
            <a:avLst/>
          </a:prstGeom>
          <a:solidFill>
            <a:schemeClr val="accent3"/>
          </a:solidFill>
          <a:ln/>
        </p:spPr>
      </p:sp>
      <p:pic>
        <p:nvPicPr>
          <p:cNvPr id="6" name="Image 0" descr="FaYoutube">    </p:cNvPr>
          <p:cNvPicPr>
            <a:picLocks noChangeAspect="1"/>
          </p:cNvPicPr>
          <p:nvPr/>
        </p:nvPicPr>
        <p:blipFill>
          <a:blip r:embed="rId1"/>
          <a:stretch>
            <a:fillRect/>
          </a:stretch>
        </p:blipFill>
        <p:spPr>
          <a:xfrm>
            <a:off x="930311" y="1844711"/>
            <a:ext cx="260787" cy="260787"/>
          </a:xfrm>
          <a:prstGeom prst="rect">
            <a:avLst/>
          </a:prstGeom>
        </p:spPr>
      </p:pic>
      <p:sp>
        <p:nvSpPr>
          <p:cNvPr id="7" name="Text 3"/>
          <p:cNvSpPr txBox="1"/>
          <p:nvPr/>
        </p:nvSpPr>
        <p:spPr>
          <a:xfrm>
            <a:off x="777240" y="2395728"/>
            <a:ext cx="2157984" cy="411480"/>
          </a:xfrm>
          <a:prstGeom prst="rect">
            <a:avLst/>
          </a:prstGeom>
          <a:noFill/>
          <a:ln/>
        </p:spPr>
        <p:txBody>
          <a:bodyPr wrap="square" lIns="0" tIns="0" rIns="0" bIns="0" rtlCol="0" anchor="t"/>
          <a:lstStyle/>
          <a:p>
            <a:pPr indent="0" marL="0">
              <a:buNone/>
            </a:pPr>
            <a:r>
              <a:rPr lang="en-US" sz="1800" b="1" dirty="0">
                <a:solidFill>
                  <a:schemeClr val="tx2"/>
                </a:solidFill>
              </a:rPr>
              <a:t>내 유튜브 채널</a:t>
            </a:r>
            <a:endParaRPr lang="en-US" sz="1800" dirty="0"/>
          </a:p>
        </p:txBody>
      </p:sp>
      <p:sp>
        <p:nvSpPr>
          <p:cNvPr id="8" name="Text 4"/>
          <p:cNvSpPr txBox="1"/>
          <p:nvPr/>
        </p:nvSpPr>
        <p:spPr>
          <a:xfrm>
            <a:off x="777240" y="2825496"/>
            <a:ext cx="2157984" cy="1472184"/>
          </a:xfrm>
          <a:prstGeom prst="rect">
            <a:avLst/>
          </a:prstGeom>
          <a:noFill/>
          <a:ln/>
        </p:spPr>
        <p:txBody>
          <a:bodyPr wrap="square" lIns="0" tIns="0" rIns="0" bIns="0" rtlCol="0" anchor="t"/>
          <a:lstStyle/>
          <a:p>
            <a:pPr indent="0" marL="0">
              <a:buNone/>
            </a:pPr>
            <a:r>
              <a:rPr lang="en-US" sz="1400" dirty="0">
                <a:solidFill>
                  <a:schemeClr val="tx1"/>
                </a:solidFill>
              </a:rPr>
              <a:t>2회차에 개설. 매 회차 영상이 쌓여요</a:t>
            </a:r>
            <a:endParaRPr lang="en-US" sz="1400" dirty="0"/>
          </a:p>
        </p:txBody>
      </p:sp>
      <p:sp>
        <p:nvSpPr>
          <p:cNvPr id="9" name="Shape 5"/>
          <p:cNvSpPr/>
          <p:nvPr/>
        </p:nvSpPr>
        <p:spPr>
          <a:xfrm>
            <a:off x="3364992" y="1463040"/>
            <a:ext cx="2615184" cy="3017520"/>
          </a:xfrm>
          <a:prstGeom prst="roundRect">
            <a:avLst>
              <a:gd name="adj" fmla="val 4196"/>
            </a:avLst>
          </a:prstGeom>
          <a:solidFill>
            <a:schemeClr val="bg2"/>
          </a:solidFill>
          <a:ln/>
        </p:spPr>
      </p:sp>
      <p:sp>
        <p:nvSpPr>
          <p:cNvPr id="10" name="Shape 6"/>
          <p:cNvSpPr/>
          <p:nvPr/>
        </p:nvSpPr>
        <p:spPr>
          <a:xfrm>
            <a:off x="3593592" y="1691640"/>
            <a:ext cx="566928" cy="566928"/>
          </a:xfrm>
          <a:prstGeom prst="ellipse">
            <a:avLst/>
          </a:prstGeom>
          <a:solidFill>
            <a:schemeClr val="accent4"/>
          </a:solidFill>
          <a:ln/>
        </p:spPr>
      </p:sp>
      <p:pic>
        <p:nvPicPr>
          <p:cNvPr id="11" name="Image 1" descr="FaFilm">    </p:cNvPr>
          <p:cNvPicPr>
            <a:picLocks noChangeAspect="1"/>
          </p:cNvPicPr>
          <p:nvPr/>
        </p:nvPicPr>
        <p:blipFill>
          <a:blip r:embed="rId2"/>
          <a:stretch>
            <a:fillRect/>
          </a:stretch>
        </p:blipFill>
        <p:spPr>
          <a:xfrm>
            <a:off x="3746663" y="1844711"/>
            <a:ext cx="260787" cy="260787"/>
          </a:xfrm>
          <a:prstGeom prst="rect">
            <a:avLst/>
          </a:prstGeom>
        </p:spPr>
      </p:pic>
      <p:sp>
        <p:nvSpPr>
          <p:cNvPr id="12" name="Text 7"/>
          <p:cNvSpPr txBox="1"/>
          <p:nvPr/>
        </p:nvSpPr>
        <p:spPr>
          <a:xfrm>
            <a:off x="3593592" y="2395728"/>
            <a:ext cx="2157984" cy="411480"/>
          </a:xfrm>
          <a:prstGeom prst="rect">
            <a:avLst/>
          </a:prstGeom>
          <a:noFill/>
          <a:ln/>
        </p:spPr>
        <p:txBody>
          <a:bodyPr wrap="square" lIns="0" tIns="0" rIns="0" bIns="0" rtlCol="0" anchor="t"/>
          <a:lstStyle/>
          <a:p>
            <a:pPr indent="0" marL="0">
              <a:buNone/>
            </a:pPr>
            <a:r>
              <a:rPr lang="en-US" sz="1800" b="1" dirty="0">
                <a:solidFill>
                  <a:schemeClr val="tx2"/>
                </a:solidFill>
              </a:rPr>
              <a:t>영상 7편 이상</a:t>
            </a:r>
            <a:endParaRPr lang="en-US" sz="1800" dirty="0"/>
          </a:p>
        </p:txBody>
      </p:sp>
      <p:sp>
        <p:nvSpPr>
          <p:cNvPr id="13" name="Text 8"/>
          <p:cNvSpPr txBox="1"/>
          <p:nvPr/>
        </p:nvSpPr>
        <p:spPr>
          <a:xfrm>
            <a:off x="3593592" y="2825496"/>
            <a:ext cx="2157984" cy="1472184"/>
          </a:xfrm>
          <a:prstGeom prst="rect">
            <a:avLst/>
          </a:prstGeom>
          <a:noFill/>
          <a:ln/>
        </p:spPr>
        <p:txBody>
          <a:bodyPr wrap="square" lIns="0" tIns="0" rIns="0" bIns="0" rtlCol="0" anchor="t"/>
          <a:lstStyle/>
          <a:p>
            <a:pPr indent="0" marL="0">
              <a:buNone/>
            </a:pPr>
            <a:r>
              <a:rPr lang="en-US" sz="1400" dirty="0">
                <a:solidFill>
                  <a:schemeClr val="tx1"/>
                </a:solidFill>
              </a:rPr>
              <a:t>숏폼부터 브이로그, AI 영상, 대표작까지</a:t>
            </a:r>
            <a:endParaRPr lang="en-US" sz="1400" dirty="0"/>
          </a:p>
        </p:txBody>
      </p:sp>
      <p:sp>
        <p:nvSpPr>
          <p:cNvPr id="14" name="Shape 9"/>
          <p:cNvSpPr/>
          <p:nvPr/>
        </p:nvSpPr>
        <p:spPr>
          <a:xfrm>
            <a:off x="6181344" y="1463040"/>
            <a:ext cx="2615184" cy="3017520"/>
          </a:xfrm>
          <a:prstGeom prst="roundRect">
            <a:avLst>
              <a:gd name="adj" fmla="val 4196"/>
            </a:avLst>
          </a:prstGeom>
          <a:solidFill>
            <a:schemeClr val="bg2"/>
          </a:solidFill>
          <a:ln/>
        </p:spPr>
      </p:sp>
      <p:sp>
        <p:nvSpPr>
          <p:cNvPr id="15" name="Shape 10"/>
          <p:cNvSpPr/>
          <p:nvPr/>
        </p:nvSpPr>
        <p:spPr>
          <a:xfrm>
            <a:off x="6409944" y="1691640"/>
            <a:ext cx="566928" cy="566928"/>
          </a:xfrm>
          <a:prstGeom prst="ellipse">
            <a:avLst/>
          </a:prstGeom>
          <a:solidFill>
            <a:schemeClr val="accent2"/>
          </a:solidFill>
          <a:ln/>
        </p:spPr>
      </p:sp>
      <p:pic>
        <p:nvPicPr>
          <p:cNvPr id="16" name="Image 2" descr="FaClipboardList">    </p:cNvPr>
          <p:cNvPicPr>
            <a:picLocks noChangeAspect="1"/>
          </p:cNvPicPr>
          <p:nvPr/>
        </p:nvPicPr>
        <p:blipFill>
          <a:blip r:embed="rId3"/>
          <a:stretch>
            <a:fillRect/>
          </a:stretch>
        </p:blipFill>
        <p:spPr>
          <a:xfrm>
            <a:off x="6563015" y="1844711"/>
            <a:ext cx="260787" cy="260787"/>
          </a:xfrm>
          <a:prstGeom prst="rect">
            <a:avLst/>
          </a:prstGeom>
        </p:spPr>
      </p:pic>
      <p:sp>
        <p:nvSpPr>
          <p:cNvPr id="17" name="Text 11"/>
          <p:cNvSpPr txBox="1"/>
          <p:nvPr/>
        </p:nvSpPr>
        <p:spPr>
          <a:xfrm>
            <a:off x="6409944" y="2395728"/>
            <a:ext cx="2157984" cy="411480"/>
          </a:xfrm>
          <a:prstGeom prst="rect">
            <a:avLst/>
          </a:prstGeom>
          <a:noFill/>
          <a:ln/>
        </p:spPr>
        <p:txBody>
          <a:bodyPr wrap="square" lIns="0" tIns="0" rIns="0" bIns="0" rtlCol="0" anchor="t"/>
          <a:lstStyle/>
          <a:p>
            <a:pPr indent="0" marL="0">
              <a:buNone/>
            </a:pPr>
            <a:r>
              <a:rPr lang="en-US" sz="1800" b="1" dirty="0">
                <a:solidFill>
                  <a:schemeClr val="tx2"/>
                </a:solidFill>
              </a:rPr>
              <a:t>채널 기획안</a:t>
            </a:r>
            <a:endParaRPr lang="en-US" sz="1800" dirty="0"/>
          </a:p>
        </p:txBody>
      </p:sp>
      <p:sp>
        <p:nvSpPr>
          <p:cNvPr id="18" name="Text 12"/>
          <p:cNvSpPr txBox="1"/>
          <p:nvPr/>
        </p:nvSpPr>
        <p:spPr>
          <a:xfrm>
            <a:off x="6409944" y="2825496"/>
            <a:ext cx="2157984" cy="1472184"/>
          </a:xfrm>
          <a:prstGeom prst="rect">
            <a:avLst/>
          </a:prstGeom>
          <a:noFill/>
          <a:ln/>
        </p:spPr>
        <p:txBody>
          <a:bodyPr wrap="square" lIns="0" tIns="0" rIns="0" bIns="0" rtlCol="0" anchor="t"/>
          <a:lstStyle/>
          <a:p>
            <a:pPr indent="0" marL="0">
              <a:buNone/>
            </a:pPr>
            <a:r>
              <a:rPr lang="en-US" sz="1400" dirty="0">
                <a:solidFill>
                  <a:schemeClr val="tx1"/>
                </a:solidFill>
              </a:rPr>
              <a:t>누구에게, 무엇을, 왜. 스토리보드 포함</a:t>
            </a:r>
            <a:endParaRPr lang="en-US" sz="1400" dirty="0"/>
          </a:p>
        </p:txBody>
      </p:sp>
      <p:sp>
        <p:nvSpPr>
          <p:cNvPr id="19" name="Shape 13"/>
          <p:cNvSpPr/>
          <p:nvPr/>
        </p:nvSpPr>
        <p:spPr>
          <a:xfrm>
            <a:off x="8997696" y="1463040"/>
            <a:ext cx="2615184" cy="3017520"/>
          </a:xfrm>
          <a:prstGeom prst="roundRect">
            <a:avLst>
              <a:gd name="adj" fmla="val 4196"/>
            </a:avLst>
          </a:prstGeom>
          <a:solidFill>
            <a:schemeClr val="bg2"/>
          </a:solidFill>
          <a:ln/>
        </p:spPr>
      </p:sp>
      <p:sp>
        <p:nvSpPr>
          <p:cNvPr id="20" name="Shape 14"/>
          <p:cNvSpPr/>
          <p:nvPr/>
        </p:nvSpPr>
        <p:spPr>
          <a:xfrm>
            <a:off x="9226296" y="1691640"/>
            <a:ext cx="566928" cy="566928"/>
          </a:xfrm>
          <a:prstGeom prst="ellipse">
            <a:avLst/>
          </a:prstGeom>
          <a:solidFill>
            <a:schemeClr val="accent1"/>
          </a:solidFill>
          <a:ln/>
        </p:spPr>
      </p:sp>
      <p:pic>
        <p:nvPicPr>
          <p:cNvPr id="21" name="Image 3" descr="FaPenNib">    </p:cNvPr>
          <p:cNvPicPr>
            <a:picLocks noChangeAspect="1"/>
          </p:cNvPicPr>
          <p:nvPr/>
        </p:nvPicPr>
        <p:blipFill>
          <a:blip r:embed="rId4"/>
          <a:stretch>
            <a:fillRect/>
          </a:stretch>
        </p:blipFill>
        <p:spPr>
          <a:xfrm>
            <a:off x="9379367" y="1844711"/>
            <a:ext cx="260787" cy="260787"/>
          </a:xfrm>
          <a:prstGeom prst="rect">
            <a:avLst/>
          </a:prstGeom>
        </p:spPr>
      </p:pic>
      <p:sp>
        <p:nvSpPr>
          <p:cNvPr id="22" name="Text 15"/>
          <p:cNvSpPr txBox="1"/>
          <p:nvPr/>
        </p:nvSpPr>
        <p:spPr>
          <a:xfrm>
            <a:off x="9226296" y="2395728"/>
            <a:ext cx="2157984" cy="411480"/>
          </a:xfrm>
          <a:prstGeom prst="rect">
            <a:avLst/>
          </a:prstGeom>
          <a:noFill/>
          <a:ln/>
        </p:spPr>
        <p:txBody>
          <a:bodyPr wrap="square" lIns="0" tIns="0" rIns="0" bIns="0" rtlCol="0" anchor="t"/>
          <a:lstStyle/>
          <a:p>
            <a:pPr indent="0" marL="0">
              <a:buNone/>
            </a:pPr>
            <a:r>
              <a:rPr lang="en-US" sz="1800" b="1" dirty="0">
                <a:solidFill>
                  <a:schemeClr val="tx2"/>
                </a:solidFill>
              </a:rPr>
              <a:t>제작 노트</a:t>
            </a:r>
            <a:endParaRPr lang="en-US" sz="1800" dirty="0"/>
          </a:p>
        </p:txBody>
      </p:sp>
      <p:sp>
        <p:nvSpPr>
          <p:cNvPr id="23" name="Text 16"/>
          <p:cNvSpPr txBox="1"/>
          <p:nvPr/>
        </p:nvSpPr>
        <p:spPr>
          <a:xfrm>
            <a:off x="9226296" y="2825496"/>
            <a:ext cx="2157984" cy="1472184"/>
          </a:xfrm>
          <a:prstGeom prst="rect">
            <a:avLst/>
          </a:prstGeom>
          <a:noFill/>
          <a:ln/>
        </p:spPr>
        <p:txBody>
          <a:bodyPr wrap="square" lIns="0" tIns="0" rIns="0" bIns="0" rtlCol="0" anchor="t"/>
          <a:lstStyle/>
          <a:p>
            <a:pPr indent="0" marL="0">
              <a:buNone/>
            </a:pPr>
            <a:r>
              <a:rPr lang="en-US" sz="1400" dirty="0">
                <a:solidFill>
                  <a:schemeClr val="tx1"/>
                </a:solidFill>
              </a:rPr>
              <a:t>사람이 한 것 / AI가 도운 것</a:t>
            </a:r>
            <a:endParaRPr lang="en-US" sz="1400" dirty="0"/>
          </a:p>
        </p:txBody>
      </p:sp>
      <p:sp>
        <p:nvSpPr>
          <p:cNvPr id="24" name="Shape 17"/>
          <p:cNvSpPr/>
          <p:nvPr/>
        </p:nvSpPr>
        <p:spPr>
          <a:xfrm>
            <a:off x="548640" y="4937760"/>
            <a:ext cx="11064240" cy="502920"/>
          </a:xfrm>
          <a:prstGeom prst="roundRect">
            <a:avLst>
              <a:gd name="adj" fmla="val 18182"/>
            </a:avLst>
          </a:prstGeom>
          <a:solidFill>
            <a:schemeClr val="accent6"/>
          </a:solidFill>
          <a:ln/>
        </p:spPr>
      </p:sp>
      <p:sp>
        <p:nvSpPr>
          <p:cNvPr id="25" name="Text 18"/>
          <p:cNvSpPr txBox="1"/>
          <p:nvPr/>
        </p:nvSpPr>
        <p:spPr>
          <a:xfrm>
            <a:off x="777240" y="493776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연습용으로 만들고 버리는 영상은 없습니다. 전부 여러분 채널에 남아 6회차에 처음부터 다시 봅니다</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매 회차 받아 가는 것</a:t>
            </a:r>
            <a:endParaRPr lang="en-US" sz="3000" dirty="0"/>
          </a:p>
        </p:txBody>
      </p:sp>
      <p:sp>
        <p:nvSpPr>
          <p:cNvPr id="4" name="Shape 1"/>
          <p:cNvSpPr/>
          <p:nvPr/>
        </p:nvSpPr>
        <p:spPr>
          <a:xfrm>
            <a:off x="548640" y="1417320"/>
            <a:ext cx="5486400" cy="2057400"/>
          </a:xfrm>
          <a:prstGeom prst="roundRect">
            <a:avLst>
              <a:gd name="adj" fmla="val 5333"/>
            </a:avLst>
          </a:prstGeom>
          <a:solidFill>
            <a:schemeClr val="bg2"/>
          </a:solidFill>
          <a:ln/>
        </p:spPr>
      </p:sp>
      <p:sp>
        <p:nvSpPr>
          <p:cNvPr id="5" name="Shape 2"/>
          <p:cNvSpPr/>
          <p:nvPr/>
        </p:nvSpPr>
        <p:spPr>
          <a:xfrm>
            <a:off x="777240" y="1645920"/>
            <a:ext cx="566928" cy="566928"/>
          </a:xfrm>
          <a:prstGeom prst="ellipse">
            <a:avLst/>
          </a:prstGeom>
          <a:solidFill>
            <a:schemeClr val="accent2"/>
          </a:solidFill>
          <a:ln/>
        </p:spPr>
      </p:sp>
      <p:pic>
        <p:nvPicPr>
          <p:cNvPr id="6" name="Image 0" descr="FaBook">    </p:cNvPr>
          <p:cNvPicPr>
            <a:picLocks noChangeAspect="1"/>
          </p:cNvPicPr>
          <p:nvPr/>
        </p:nvPicPr>
        <p:blipFill>
          <a:blip r:embed="rId1"/>
          <a:stretch>
            <a:fillRect/>
          </a:stretch>
        </p:blipFill>
        <p:spPr>
          <a:xfrm>
            <a:off x="930311" y="1798991"/>
            <a:ext cx="260787" cy="260787"/>
          </a:xfrm>
          <a:prstGeom prst="rect">
            <a:avLst/>
          </a:prstGeom>
        </p:spPr>
      </p:pic>
      <p:sp>
        <p:nvSpPr>
          <p:cNvPr id="7" name="Text 3"/>
          <p:cNvSpPr txBox="1"/>
          <p:nvPr/>
        </p:nvSpPr>
        <p:spPr>
          <a:xfrm>
            <a:off x="777240" y="2350008"/>
            <a:ext cx="5029200" cy="411480"/>
          </a:xfrm>
          <a:prstGeom prst="rect">
            <a:avLst/>
          </a:prstGeom>
          <a:noFill/>
          <a:ln/>
        </p:spPr>
        <p:txBody>
          <a:bodyPr wrap="square" lIns="0" tIns="0" rIns="0" bIns="0" rtlCol="0" anchor="t"/>
          <a:lstStyle/>
          <a:p>
            <a:pPr indent="0" marL="0">
              <a:buNone/>
            </a:pPr>
            <a:r>
              <a:rPr lang="en-US" sz="1800" b="1" dirty="0">
                <a:solidFill>
                  <a:schemeClr val="tx2"/>
                </a:solidFill>
              </a:rPr>
              <a:t>전자책 1장씩</a:t>
            </a:r>
            <a:endParaRPr lang="en-US" sz="1800" dirty="0"/>
          </a:p>
        </p:txBody>
      </p:sp>
      <p:sp>
        <p:nvSpPr>
          <p:cNvPr id="8" name="Text 4"/>
          <p:cNvSpPr txBox="1"/>
          <p:nvPr/>
        </p:nvSpPr>
        <p:spPr>
          <a:xfrm>
            <a:off x="777240" y="2779776"/>
            <a:ext cx="5029200" cy="512064"/>
          </a:xfrm>
          <a:prstGeom prst="rect">
            <a:avLst/>
          </a:prstGeom>
          <a:noFill/>
          <a:ln/>
        </p:spPr>
        <p:txBody>
          <a:bodyPr wrap="square" lIns="0" tIns="0" rIns="0" bIns="0" rtlCol="0" anchor="t"/>
          <a:lstStyle/>
          <a:p>
            <a:pPr indent="0" marL="0">
              <a:buNone/>
            </a:pPr>
            <a:r>
              <a:rPr lang="en-US" sz="1400" dirty="0">
                <a:solidFill>
                  <a:schemeClr val="tx1"/>
                </a:solidFill>
              </a:rPr>
              <a:t>수업 내용 + 더 깊은 설명 + 실무 팁. 6회차에 완성본</a:t>
            </a:r>
            <a:endParaRPr lang="en-US" sz="1400" dirty="0"/>
          </a:p>
        </p:txBody>
      </p:sp>
      <p:sp>
        <p:nvSpPr>
          <p:cNvPr id="9" name="Shape 5"/>
          <p:cNvSpPr/>
          <p:nvPr/>
        </p:nvSpPr>
        <p:spPr>
          <a:xfrm>
            <a:off x="6126480" y="1417320"/>
            <a:ext cx="5486400" cy="2057400"/>
          </a:xfrm>
          <a:prstGeom prst="roundRect">
            <a:avLst>
              <a:gd name="adj" fmla="val 5333"/>
            </a:avLst>
          </a:prstGeom>
          <a:solidFill>
            <a:schemeClr val="bg2"/>
          </a:solidFill>
          <a:ln/>
        </p:spPr>
      </p:sp>
      <p:sp>
        <p:nvSpPr>
          <p:cNvPr id="10" name="Shape 6"/>
          <p:cNvSpPr/>
          <p:nvPr/>
        </p:nvSpPr>
        <p:spPr>
          <a:xfrm>
            <a:off x="6355080" y="1645920"/>
            <a:ext cx="566928" cy="566928"/>
          </a:xfrm>
          <a:prstGeom prst="ellipse">
            <a:avLst/>
          </a:prstGeom>
          <a:solidFill>
            <a:schemeClr val="accent4"/>
          </a:solidFill>
          <a:ln/>
        </p:spPr>
      </p:sp>
      <p:pic>
        <p:nvPicPr>
          <p:cNvPr id="11" name="Image 1" descr="FaMagic">    </p:cNvPr>
          <p:cNvPicPr>
            <a:picLocks noChangeAspect="1"/>
          </p:cNvPicPr>
          <p:nvPr/>
        </p:nvPicPr>
        <p:blipFill>
          <a:blip r:embed="rId2"/>
          <a:stretch>
            <a:fillRect/>
          </a:stretch>
        </p:blipFill>
        <p:spPr>
          <a:xfrm>
            <a:off x="6508151" y="1798991"/>
            <a:ext cx="260787" cy="260787"/>
          </a:xfrm>
          <a:prstGeom prst="rect">
            <a:avLst/>
          </a:prstGeom>
        </p:spPr>
      </p:pic>
      <p:sp>
        <p:nvSpPr>
          <p:cNvPr id="12" name="Text 7"/>
          <p:cNvSpPr txBox="1"/>
          <p:nvPr/>
        </p:nvSpPr>
        <p:spPr>
          <a:xfrm>
            <a:off x="6355080" y="2350008"/>
            <a:ext cx="5029200" cy="411480"/>
          </a:xfrm>
          <a:prstGeom prst="rect">
            <a:avLst/>
          </a:prstGeom>
          <a:noFill/>
          <a:ln/>
        </p:spPr>
        <p:txBody>
          <a:bodyPr wrap="square" lIns="0" tIns="0" rIns="0" bIns="0" rtlCol="0" anchor="t"/>
          <a:lstStyle/>
          <a:p>
            <a:pPr indent="0" marL="0">
              <a:buNone/>
            </a:pPr>
            <a:r>
              <a:rPr lang="en-US" sz="1800" b="1" dirty="0">
                <a:solidFill>
                  <a:schemeClr val="tx2"/>
                </a:solidFill>
              </a:rPr>
              <a:t>프롬프트북</a:t>
            </a:r>
            <a:endParaRPr lang="en-US" sz="1800" dirty="0"/>
          </a:p>
        </p:txBody>
      </p:sp>
      <p:sp>
        <p:nvSpPr>
          <p:cNvPr id="13" name="Text 8"/>
          <p:cNvSpPr txBox="1"/>
          <p:nvPr/>
        </p:nvSpPr>
        <p:spPr>
          <a:xfrm>
            <a:off x="6355080" y="2779776"/>
            <a:ext cx="5029200" cy="512064"/>
          </a:xfrm>
          <a:prstGeom prst="rect">
            <a:avLst/>
          </a:prstGeom>
          <a:noFill/>
          <a:ln/>
        </p:spPr>
        <p:txBody>
          <a:bodyPr wrap="square" lIns="0" tIns="0" rIns="0" bIns="0" rtlCol="0" anchor="t"/>
          <a:lstStyle/>
          <a:p>
            <a:pPr indent="0" marL="0">
              <a:buNone/>
            </a:pPr>
            <a:r>
              <a:rPr lang="en-US" sz="1400" dirty="0">
                <a:solidFill>
                  <a:schemeClr val="tx1"/>
                </a:solidFill>
              </a:rPr>
              <a:t>복사해 쓰는 완성형 + 내 것으로 채우는 빈칸형</a:t>
            </a:r>
            <a:endParaRPr lang="en-US" sz="1400" dirty="0"/>
          </a:p>
        </p:txBody>
      </p:sp>
      <p:sp>
        <p:nvSpPr>
          <p:cNvPr id="14" name="Shape 9"/>
          <p:cNvSpPr/>
          <p:nvPr/>
        </p:nvSpPr>
        <p:spPr>
          <a:xfrm>
            <a:off x="548640" y="3657600"/>
            <a:ext cx="5486400" cy="2057400"/>
          </a:xfrm>
          <a:prstGeom prst="roundRect">
            <a:avLst>
              <a:gd name="adj" fmla="val 5333"/>
            </a:avLst>
          </a:prstGeom>
          <a:solidFill>
            <a:schemeClr val="bg2"/>
          </a:solidFill>
          <a:ln/>
        </p:spPr>
      </p:sp>
      <p:sp>
        <p:nvSpPr>
          <p:cNvPr id="15" name="Shape 10"/>
          <p:cNvSpPr/>
          <p:nvPr/>
        </p:nvSpPr>
        <p:spPr>
          <a:xfrm>
            <a:off x="777240" y="3886200"/>
            <a:ext cx="566928" cy="566928"/>
          </a:xfrm>
          <a:prstGeom prst="ellipse">
            <a:avLst/>
          </a:prstGeom>
          <a:solidFill>
            <a:schemeClr val="accent3"/>
          </a:solidFill>
          <a:ln/>
        </p:spPr>
      </p:sp>
      <p:pic>
        <p:nvPicPr>
          <p:cNvPr id="16" name="Image 2" descr="FaPlayCircle">    </p:cNvPr>
          <p:cNvPicPr>
            <a:picLocks noChangeAspect="1"/>
          </p:cNvPicPr>
          <p:nvPr/>
        </p:nvPicPr>
        <p:blipFill>
          <a:blip r:embed="rId3"/>
          <a:stretch>
            <a:fillRect/>
          </a:stretch>
        </p:blipFill>
        <p:spPr>
          <a:xfrm>
            <a:off x="930311" y="4039271"/>
            <a:ext cx="260787" cy="260787"/>
          </a:xfrm>
          <a:prstGeom prst="rect">
            <a:avLst/>
          </a:prstGeom>
        </p:spPr>
      </p:pic>
      <p:sp>
        <p:nvSpPr>
          <p:cNvPr id="17" name="Text 11"/>
          <p:cNvSpPr txBox="1"/>
          <p:nvPr/>
        </p:nvSpPr>
        <p:spPr>
          <a:xfrm>
            <a:off x="777240" y="4590288"/>
            <a:ext cx="5029200" cy="411480"/>
          </a:xfrm>
          <a:prstGeom prst="rect">
            <a:avLst/>
          </a:prstGeom>
          <a:noFill/>
          <a:ln/>
        </p:spPr>
        <p:txBody>
          <a:bodyPr wrap="square" lIns="0" tIns="0" rIns="0" bIns="0" rtlCol="0" anchor="t"/>
          <a:lstStyle/>
          <a:p>
            <a:pPr indent="0" marL="0">
              <a:buNone/>
            </a:pPr>
            <a:r>
              <a:rPr lang="en-US" sz="1800" b="1" dirty="0">
                <a:solidFill>
                  <a:schemeClr val="tx2"/>
                </a:solidFill>
              </a:rPr>
              <a:t>요약 영상</a:t>
            </a:r>
            <a:endParaRPr lang="en-US" sz="1800" dirty="0"/>
          </a:p>
        </p:txBody>
      </p:sp>
      <p:sp>
        <p:nvSpPr>
          <p:cNvPr id="18" name="Text 12"/>
          <p:cNvSpPr txBox="1"/>
          <p:nvPr/>
        </p:nvSpPr>
        <p:spPr>
          <a:xfrm>
            <a:off x="777240" y="5020056"/>
            <a:ext cx="5029200" cy="512064"/>
          </a:xfrm>
          <a:prstGeom prst="rect">
            <a:avLst/>
          </a:prstGeom>
          <a:noFill/>
          <a:ln/>
        </p:spPr>
        <p:txBody>
          <a:bodyPr wrap="square" lIns="0" tIns="0" rIns="0" bIns="0" rtlCol="0" anchor="t"/>
          <a:lstStyle/>
          <a:p>
            <a:pPr indent="0" marL="0">
              <a:buNone/>
            </a:pPr>
            <a:r>
              <a:rPr lang="en-US" sz="1400" dirty="0">
                <a:solidFill>
                  <a:schemeClr val="tx1"/>
                </a:solidFill>
              </a:rPr>
              <a:t>수업 다음 날 1~2분, 그날 핵심 3가지</a:t>
            </a:r>
            <a:endParaRPr lang="en-US" sz="1400" dirty="0"/>
          </a:p>
        </p:txBody>
      </p:sp>
      <p:sp>
        <p:nvSpPr>
          <p:cNvPr id="19" name="Shape 13"/>
          <p:cNvSpPr/>
          <p:nvPr/>
        </p:nvSpPr>
        <p:spPr>
          <a:xfrm>
            <a:off x="6126480" y="3657600"/>
            <a:ext cx="5486400" cy="2057400"/>
          </a:xfrm>
          <a:prstGeom prst="roundRect">
            <a:avLst>
              <a:gd name="adj" fmla="val 5333"/>
            </a:avLst>
          </a:prstGeom>
          <a:solidFill>
            <a:schemeClr val="bg2"/>
          </a:solidFill>
          <a:ln/>
        </p:spPr>
      </p:sp>
      <p:sp>
        <p:nvSpPr>
          <p:cNvPr id="20" name="Shape 14"/>
          <p:cNvSpPr/>
          <p:nvPr/>
        </p:nvSpPr>
        <p:spPr>
          <a:xfrm>
            <a:off x="6355080" y="3886200"/>
            <a:ext cx="566928" cy="566928"/>
          </a:xfrm>
          <a:prstGeom prst="ellipse">
            <a:avLst/>
          </a:prstGeom>
          <a:solidFill>
            <a:schemeClr val="accent1"/>
          </a:solidFill>
          <a:ln/>
        </p:spPr>
      </p:sp>
      <p:pic>
        <p:nvPicPr>
          <p:cNvPr id="21" name="Image 3" descr="FaFileAlt">    </p:cNvPr>
          <p:cNvPicPr>
            <a:picLocks noChangeAspect="1"/>
          </p:cNvPicPr>
          <p:nvPr/>
        </p:nvPicPr>
        <p:blipFill>
          <a:blip r:embed="rId4"/>
          <a:stretch>
            <a:fillRect/>
          </a:stretch>
        </p:blipFill>
        <p:spPr>
          <a:xfrm>
            <a:off x="6508151" y="4039271"/>
            <a:ext cx="260787" cy="260787"/>
          </a:xfrm>
          <a:prstGeom prst="rect">
            <a:avLst/>
          </a:prstGeom>
        </p:spPr>
      </p:pic>
      <p:sp>
        <p:nvSpPr>
          <p:cNvPr id="22" name="Text 15"/>
          <p:cNvSpPr txBox="1"/>
          <p:nvPr/>
        </p:nvSpPr>
        <p:spPr>
          <a:xfrm>
            <a:off x="6355080" y="4590288"/>
            <a:ext cx="5029200" cy="411480"/>
          </a:xfrm>
          <a:prstGeom prst="rect">
            <a:avLst/>
          </a:prstGeom>
          <a:noFill/>
          <a:ln/>
        </p:spPr>
        <p:txBody>
          <a:bodyPr wrap="square" lIns="0" tIns="0" rIns="0" bIns="0" rtlCol="0" anchor="t"/>
          <a:lstStyle/>
          <a:p>
            <a:pPr indent="0" marL="0">
              <a:buNone/>
            </a:pPr>
            <a:r>
              <a:rPr lang="en-US" sz="1800" b="1" dirty="0">
                <a:solidFill>
                  <a:schemeClr val="tx2"/>
                </a:solidFill>
              </a:rPr>
              <a:t>양식 · 치트시트</a:t>
            </a:r>
            <a:endParaRPr lang="en-US" sz="1800" dirty="0"/>
          </a:p>
        </p:txBody>
      </p:sp>
      <p:sp>
        <p:nvSpPr>
          <p:cNvPr id="23" name="Text 16"/>
          <p:cNvSpPr txBox="1"/>
          <p:nvPr/>
        </p:nvSpPr>
        <p:spPr>
          <a:xfrm>
            <a:off x="6355080" y="5020056"/>
            <a:ext cx="5029200" cy="512064"/>
          </a:xfrm>
          <a:prstGeom prst="rect">
            <a:avLst/>
          </a:prstGeom>
          <a:noFill/>
          <a:ln/>
        </p:spPr>
        <p:txBody>
          <a:bodyPr wrap="square" lIns="0" tIns="0" rIns="0" bIns="0" rtlCol="0" anchor="t"/>
          <a:lstStyle/>
          <a:p>
            <a:pPr indent="0" marL="0">
              <a:buNone/>
            </a:pPr>
            <a:r>
              <a:rPr lang="en-US" sz="1400" dirty="0">
                <a:solidFill>
                  <a:schemeClr val="tx1"/>
                </a:solidFill>
              </a:rPr>
              <a:t>폰 세팅표, 촬영 용어집, 기획안, 스토리보드</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AI는 장비, 연출은 사람</a:t>
            </a:r>
            <a:endParaRPr lang="en-US" sz="3000" dirty="0"/>
          </a:p>
        </p:txBody>
      </p:sp>
      <p:sp>
        <p:nvSpPr>
          <p:cNvPr id="4" name="Shape 1"/>
          <p:cNvSpPr/>
          <p:nvPr/>
        </p:nvSpPr>
        <p:spPr>
          <a:xfrm>
            <a:off x="548640" y="1417320"/>
            <a:ext cx="5440680" cy="4023360"/>
          </a:xfrm>
          <a:prstGeom prst="roundRect">
            <a:avLst>
              <a:gd name="adj" fmla="val 2727"/>
            </a:avLst>
          </a:prstGeom>
          <a:solidFill>
            <a:schemeClr val="bg2"/>
          </a:solidFill>
          <a:ln/>
        </p:spPr>
      </p:sp>
      <p:sp>
        <p:nvSpPr>
          <p:cNvPr id="5" name="Shape 2"/>
          <p:cNvSpPr/>
          <p:nvPr/>
        </p:nvSpPr>
        <p:spPr>
          <a:xfrm>
            <a:off x="6172200" y="1417320"/>
            <a:ext cx="5440680" cy="4023360"/>
          </a:xfrm>
          <a:prstGeom prst="roundRect">
            <a:avLst>
              <a:gd name="adj" fmla="val 2727"/>
            </a:avLst>
          </a:prstGeom>
          <a:solidFill>
            <a:schemeClr val="bg2"/>
          </a:solidFill>
          <a:ln/>
        </p:spPr>
      </p:sp>
      <p:sp>
        <p:nvSpPr>
          <p:cNvPr id="6" name="Shape 3"/>
          <p:cNvSpPr/>
          <p:nvPr/>
        </p:nvSpPr>
        <p:spPr>
          <a:xfrm>
            <a:off x="822960" y="1645920"/>
            <a:ext cx="640080" cy="640080"/>
          </a:xfrm>
          <a:prstGeom prst="ellipse">
            <a:avLst/>
          </a:prstGeom>
          <a:solidFill>
            <a:schemeClr val="tx2"/>
          </a:solidFill>
          <a:ln/>
        </p:spPr>
      </p:sp>
      <p:pic>
        <p:nvPicPr>
          <p:cNvPr id="7" name="Image 0" descr="FaUser">    </p:cNvPr>
          <p:cNvPicPr>
            <a:picLocks noChangeAspect="1"/>
          </p:cNvPicPr>
          <p:nvPr/>
        </p:nvPicPr>
        <p:blipFill>
          <a:blip r:embed="rId1"/>
          <a:stretch>
            <a:fillRect/>
          </a:stretch>
        </p:blipFill>
        <p:spPr>
          <a:xfrm>
            <a:off x="995782" y="1818742"/>
            <a:ext cx="294437" cy="294437"/>
          </a:xfrm>
          <a:prstGeom prst="rect">
            <a:avLst/>
          </a:prstGeom>
        </p:spPr>
      </p:pic>
      <p:sp>
        <p:nvSpPr>
          <p:cNvPr id="8" name="Shape 4"/>
          <p:cNvSpPr/>
          <p:nvPr/>
        </p:nvSpPr>
        <p:spPr>
          <a:xfrm>
            <a:off x="6446520" y="1645920"/>
            <a:ext cx="640080" cy="640080"/>
          </a:xfrm>
          <a:prstGeom prst="ellipse">
            <a:avLst/>
          </a:prstGeom>
          <a:solidFill>
            <a:schemeClr val="accent4"/>
          </a:solidFill>
          <a:ln/>
        </p:spPr>
      </p:sp>
      <p:pic>
        <p:nvPicPr>
          <p:cNvPr id="9" name="Image 1" descr="FaRobot">    </p:cNvPr>
          <p:cNvPicPr>
            <a:picLocks noChangeAspect="1"/>
          </p:cNvPicPr>
          <p:nvPr/>
        </p:nvPicPr>
        <p:blipFill>
          <a:blip r:embed="rId2"/>
          <a:stretch>
            <a:fillRect/>
          </a:stretch>
        </p:blipFill>
        <p:spPr>
          <a:xfrm>
            <a:off x="6619342" y="1818742"/>
            <a:ext cx="294437" cy="294437"/>
          </a:xfrm>
          <a:prstGeom prst="rect">
            <a:avLst/>
          </a:prstGeom>
        </p:spPr>
      </p:pic>
      <p:sp>
        <p:nvSpPr>
          <p:cNvPr id="10" name="Text 5"/>
          <p:cNvSpPr txBox="1"/>
          <p:nvPr/>
        </p:nvSpPr>
        <p:spPr>
          <a:xfrm>
            <a:off x="1645920" y="1737360"/>
            <a:ext cx="3657600" cy="457200"/>
          </a:xfrm>
          <a:prstGeom prst="rect">
            <a:avLst/>
          </a:prstGeom>
          <a:noFill/>
          <a:ln/>
        </p:spPr>
        <p:txBody>
          <a:bodyPr wrap="square" lIns="0" tIns="0" rIns="0" bIns="0" rtlCol="0" anchor="t"/>
          <a:lstStyle/>
          <a:p>
            <a:pPr indent="0" marL="0">
              <a:buNone/>
            </a:pPr>
            <a:r>
              <a:rPr lang="en-US" sz="2200" b="1" dirty="0">
                <a:solidFill>
                  <a:schemeClr val="tx2"/>
                </a:solidFill>
              </a:rPr>
              <a:t>사람의 몫</a:t>
            </a:r>
            <a:endParaRPr lang="en-US" sz="2200" dirty="0"/>
          </a:p>
        </p:txBody>
      </p:sp>
      <p:sp>
        <p:nvSpPr>
          <p:cNvPr id="11" name="Text 6"/>
          <p:cNvSpPr txBox="1"/>
          <p:nvPr/>
        </p:nvSpPr>
        <p:spPr>
          <a:xfrm>
            <a:off x="7269480" y="1737360"/>
            <a:ext cx="3657600" cy="457200"/>
          </a:xfrm>
          <a:prstGeom prst="rect">
            <a:avLst/>
          </a:prstGeom>
          <a:noFill/>
          <a:ln/>
        </p:spPr>
        <p:txBody>
          <a:bodyPr wrap="square" lIns="0" tIns="0" rIns="0" bIns="0" rtlCol="0" anchor="t"/>
          <a:lstStyle/>
          <a:p>
            <a:pPr indent="0" marL="0">
              <a:buNone/>
            </a:pPr>
            <a:r>
              <a:rPr lang="en-US" sz="2200" b="1" dirty="0">
                <a:solidFill>
                  <a:schemeClr val="tx2"/>
                </a:solidFill>
              </a:rPr>
              <a:t>AI의 몫</a:t>
            </a:r>
            <a:endParaRPr lang="en-US" sz="2200" dirty="0"/>
          </a:p>
        </p:txBody>
      </p:sp>
      <p:sp>
        <p:nvSpPr>
          <p:cNvPr id="12" name="Text 7"/>
          <p:cNvSpPr txBox="1"/>
          <p:nvPr/>
        </p:nvSpPr>
        <p:spPr>
          <a:xfrm>
            <a:off x="868680" y="2514600"/>
            <a:ext cx="4846320" cy="27432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정하기 — 무엇을, 누구에게, 왜</a:t>
            </a:r>
            <a:endParaRPr lang="en-US" sz="1700" dirty="0"/>
          </a:p>
          <a:p>
            <a:pPr marL="228600" indent="-228600">
              <a:spcAft>
                <a:spcPts val="800"/>
              </a:spcAft>
              <a:buSzPct val="100000"/>
              <a:buChar char="•"/>
            </a:pPr>
            <a:r>
              <a:rPr lang="en-US" sz="1700" dirty="0">
                <a:solidFill>
                  <a:schemeClr val="tx1"/>
                </a:solidFill>
              </a:rPr>
              <a:t>현장 — 진짜 장소·사람·감정을 찍기</a:t>
            </a:r>
            <a:endParaRPr lang="en-US" sz="1700" dirty="0"/>
          </a:p>
          <a:p>
            <a:pPr marL="228600" indent="-228600">
              <a:spcAft>
                <a:spcPts val="800"/>
              </a:spcAft>
              <a:buSzPct val="100000"/>
              <a:buChar char="•"/>
            </a:pPr>
            <a:r>
              <a:rPr lang="en-US" sz="1700" dirty="0">
                <a:solidFill>
                  <a:schemeClr val="tx1"/>
                </a:solidFill>
              </a:rPr>
              <a:t>고르기 — 고르고, 버리고, 순서 정하기</a:t>
            </a:r>
            <a:endParaRPr lang="en-US" sz="1700" dirty="0"/>
          </a:p>
          <a:p>
            <a:pPr marL="228600" indent="-228600">
              <a:spcAft>
                <a:spcPts val="800"/>
              </a:spcAft>
              <a:buSzPct val="100000"/>
              <a:buChar char="•"/>
            </a:pPr>
            <a:r>
              <a:rPr lang="en-US" sz="1700" dirty="0">
                <a:solidFill>
                  <a:schemeClr val="tx1"/>
                </a:solidFill>
              </a:rPr>
              <a:t>책임 — 초상권 · 저작권 · AI 표시</a:t>
            </a:r>
            <a:endParaRPr lang="en-US" sz="1700" dirty="0"/>
          </a:p>
        </p:txBody>
      </p:sp>
      <p:sp>
        <p:nvSpPr>
          <p:cNvPr id="13" name="Text 8"/>
          <p:cNvSpPr txBox="1"/>
          <p:nvPr/>
        </p:nvSpPr>
        <p:spPr>
          <a:xfrm>
            <a:off x="6492240" y="2514600"/>
            <a:ext cx="4846320" cy="27432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초안 — 아이디어 · 대본 · 자막 · 캡션</a:t>
            </a:r>
            <a:endParaRPr lang="en-US" sz="1700" dirty="0"/>
          </a:p>
          <a:p>
            <a:pPr marL="228600" indent="-228600">
              <a:spcAft>
                <a:spcPts val="800"/>
              </a:spcAft>
              <a:buSzPct val="100000"/>
              <a:buChar char="•"/>
            </a:pPr>
            <a:r>
              <a:rPr lang="en-US" sz="1700" dirty="0">
                <a:solidFill>
                  <a:schemeClr val="tx1"/>
                </a:solidFill>
              </a:rPr>
              <a:t>반복 작업 — 받아쓰기 · 보정 · 잡음 제거</a:t>
            </a:r>
            <a:endParaRPr lang="en-US" sz="1700" dirty="0"/>
          </a:p>
          <a:p>
            <a:pPr marL="228600" indent="-228600">
              <a:spcAft>
                <a:spcPts val="800"/>
              </a:spcAft>
              <a:buSzPct val="100000"/>
              <a:buChar char="•"/>
            </a:pPr>
            <a:r>
              <a:rPr lang="en-US" sz="1700" dirty="0">
                <a:solidFill>
                  <a:schemeClr val="tx1"/>
                </a:solidFill>
              </a:rPr>
              <a:t>불가능한 장면 — 찍을 수 없는 장면 만들기</a:t>
            </a:r>
            <a:endParaRPr lang="en-US" sz="1700" dirty="0"/>
          </a:p>
          <a:p>
            <a:pPr marL="228600" indent="-228600">
              <a:spcAft>
                <a:spcPts val="800"/>
              </a:spcAft>
              <a:buSzPct val="100000"/>
              <a:buChar char="•"/>
            </a:pPr>
            <a:r>
              <a:rPr lang="en-US" sz="1700" dirty="0">
                <a:solidFill>
                  <a:schemeClr val="tx1"/>
                </a:solidFill>
              </a:rPr>
              <a:t>두 번째 의견 — 구도·흐름 피드백</a:t>
            </a:r>
            <a:endParaRPr lang="en-US" sz="1700" dirty="0"/>
          </a:p>
        </p:txBody>
      </p:sp>
      <p:sp>
        <p:nvSpPr>
          <p:cNvPr id="14" name="Shape 9"/>
          <p:cNvSpPr/>
          <p:nvPr/>
        </p:nvSpPr>
        <p:spPr>
          <a:xfrm>
            <a:off x="548640" y="5623560"/>
            <a:ext cx="11064240" cy="502920"/>
          </a:xfrm>
          <a:prstGeom prst="roundRect">
            <a:avLst>
              <a:gd name="adj" fmla="val 18182"/>
            </a:avLst>
          </a:prstGeom>
          <a:solidFill>
            <a:schemeClr val="accent6"/>
          </a:solidFill>
          <a:ln/>
        </p:spPr>
      </p:sp>
      <p:sp>
        <p:nvSpPr>
          <p:cNvPr id="15" name="Text 10"/>
          <p:cNvSpPr txBox="1"/>
          <p:nvPr/>
        </p:nvSpPr>
        <p:spPr>
          <a:xfrm>
            <a:off x="777240" y="562356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매 실습마다 워크북에 "AI가 한 것 / 내가 고친 것"을 한 줄씩 → 6회차 제작 노트가 됩니다</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우리는 크루로 움직입니다</a:t>
            </a:r>
            <a:endParaRPr lang="en-US" sz="3000" dirty="0"/>
          </a:p>
        </p:txBody>
      </p:sp>
      <p:sp>
        <p:nvSpPr>
          <p:cNvPr id="4" name="Shape 1"/>
          <p:cNvSpPr/>
          <p:nvPr/>
        </p:nvSpPr>
        <p:spPr>
          <a:xfrm>
            <a:off x="548640" y="1371600"/>
            <a:ext cx="2615184" cy="2514600"/>
          </a:xfrm>
          <a:prstGeom prst="roundRect">
            <a:avLst>
              <a:gd name="adj" fmla="val 4364"/>
            </a:avLst>
          </a:prstGeom>
          <a:solidFill>
            <a:schemeClr val="bg2"/>
          </a:solidFill>
          <a:ln/>
        </p:spPr>
      </p:sp>
      <p:sp>
        <p:nvSpPr>
          <p:cNvPr id="5" name="Shape 2"/>
          <p:cNvSpPr/>
          <p:nvPr/>
        </p:nvSpPr>
        <p:spPr>
          <a:xfrm>
            <a:off x="777240" y="1600200"/>
            <a:ext cx="566928" cy="566928"/>
          </a:xfrm>
          <a:prstGeom prst="ellipse">
            <a:avLst/>
          </a:prstGeom>
          <a:solidFill>
            <a:schemeClr val="accent2"/>
          </a:solidFill>
          <a:ln/>
        </p:spPr>
      </p:sp>
      <p:pic>
        <p:nvPicPr>
          <p:cNvPr id="6" name="Image 0" descr="FaFlag">    </p:cNvPr>
          <p:cNvPicPr>
            <a:picLocks noChangeAspect="1"/>
          </p:cNvPicPr>
          <p:nvPr/>
        </p:nvPicPr>
        <p:blipFill>
          <a:blip r:embed="rId1"/>
          <a:stretch>
            <a:fillRect/>
          </a:stretch>
        </p:blipFill>
        <p:spPr>
          <a:xfrm>
            <a:off x="930311" y="1753271"/>
            <a:ext cx="260787" cy="260787"/>
          </a:xfrm>
          <a:prstGeom prst="rect">
            <a:avLst/>
          </a:prstGeom>
        </p:spPr>
      </p:pic>
      <p:sp>
        <p:nvSpPr>
          <p:cNvPr id="7" name="Text 3"/>
          <p:cNvSpPr txBox="1"/>
          <p:nvPr/>
        </p:nvSpPr>
        <p:spPr>
          <a:xfrm>
            <a:off x="777240" y="2304288"/>
            <a:ext cx="2157984" cy="411480"/>
          </a:xfrm>
          <a:prstGeom prst="rect">
            <a:avLst/>
          </a:prstGeom>
          <a:noFill/>
          <a:ln/>
        </p:spPr>
        <p:txBody>
          <a:bodyPr wrap="square" lIns="0" tIns="0" rIns="0" bIns="0" rtlCol="0" anchor="t"/>
          <a:lstStyle/>
          <a:p>
            <a:pPr indent="0" marL="0">
              <a:buNone/>
            </a:pPr>
            <a:r>
              <a:rPr lang="en-US" sz="1800" b="1" dirty="0">
                <a:solidFill>
                  <a:schemeClr val="tx2"/>
                </a:solidFill>
              </a:rPr>
              <a:t>크루장</a:t>
            </a:r>
            <a:endParaRPr lang="en-US" sz="1800" dirty="0"/>
          </a:p>
        </p:txBody>
      </p:sp>
      <p:sp>
        <p:nvSpPr>
          <p:cNvPr id="8" name="Text 4"/>
          <p:cNvSpPr txBox="1"/>
          <p:nvPr/>
        </p:nvSpPr>
        <p:spPr>
          <a:xfrm>
            <a:off x="777240" y="2734056"/>
            <a:ext cx="2157984" cy="969264"/>
          </a:xfrm>
          <a:prstGeom prst="rect">
            <a:avLst/>
          </a:prstGeom>
          <a:noFill/>
          <a:ln/>
        </p:spPr>
        <p:txBody>
          <a:bodyPr wrap="square" lIns="0" tIns="0" rIns="0" bIns="0" rtlCol="0" anchor="t"/>
          <a:lstStyle/>
          <a:p>
            <a:pPr indent="0" marL="0">
              <a:buNone/>
            </a:pPr>
            <a:r>
              <a:rPr lang="en-US" sz="1300" dirty="0">
                <a:solidFill>
                  <a:schemeClr val="tx1"/>
                </a:solidFill>
              </a:rPr>
              <a:t>시간·진행 체크, 크루 전원 완료 확인</a:t>
            </a:r>
            <a:endParaRPr lang="en-US" sz="1300" dirty="0"/>
          </a:p>
        </p:txBody>
      </p:sp>
      <p:sp>
        <p:nvSpPr>
          <p:cNvPr id="9" name="Shape 5"/>
          <p:cNvSpPr/>
          <p:nvPr/>
        </p:nvSpPr>
        <p:spPr>
          <a:xfrm>
            <a:off x="3364992" y="1371600"/>
            <a:ext cx="2615184" cy="2514600"/>
          </a:xfrm>
          <a:prstGeom prst="roundRect">
            <a:avLst>
              <a:gd name="adj" fmla="val 4364"/>
            </a:avLst>
          </a:prstGeom>
          <a:solidFill>
            <a:schemeClr val="bg2"/>
          </a:solidFill>
          <a:ln/>
        </p:spPr>
      </p:sp>
      <p:sp>
        <p:nvSpPr>
          <p:cNvPr id="10" name="Shape 6"/>
          <p:cNvSpPr/>
          <p:nvPr/>
        </p:nvSpPr>
        <p:spPr>
          <a:xfrm>
            <a:off x="3593592" y="1600200"/>
            <a:ext cx="566928" cy="566928"/>
          </a:xfrm>
          <a:prstGeom prst="ellipse">
            <a:avLst/>
          </a:prstGeom>
          <a:solidFill>
            <a:schemeClr val="accent4"/>
          </a:solidFill>
          <a:ln/>
        </p:spPr>
      </p:sp>
      <p:pic>
        <p:nvPicPr>
          <p:cNvPr id="11" name="Image 1" descr="FaTools">    </p:cNvPr>
          <p:cNvPicPr>
            <a:picLocks noChangeAspect="1"/>
          </p:cNvPicPr>
          <p:nvPr/>
        </p:nvPicPr>
        <p:blipFill>
          <a:blip r:embed="rId2"/>
          <a:stretch>
            <a:fillRect/>
          </a:stretch>
        </p:blipFill>
        <p:spPr>
          <a:xfrm>
            <a:off x="3746663" y="1753271"/>
            <a:ext cx="260787" cy="260787"/>
          </a:xfrm>
          <a:prstGeom prst="rect">
            <a:avLst/>
          </a:prstGeom>
        </p:spPr>
      </p:pic>
      <p:sp>
        <p:nvSpPr>
          <p:cNvPr id="12" name="Text 7"/>
          <p:cNvSpPr txBox="1"/>
          <p:nvPr/>
        </p:nvSpPr>
        <p:spPr>
          <a:xfrm>
            <a:off x="3593592" y="2304288"/>
            <a:ext cx="2157984" cy="411480"/>
          </a:xfrm>
          <a:prstGeom prst="rect">
            <a:avLst/>
          </a:prstGeom>
          <a:noFill/>
          <a:ln/>
        </p:spPr>
        <p:txBody>
          <a:bodyPr wrap="square" lIns="0" tIns="0" rIns="0" bIns="0" rtlCol="0" anchor="t"/>
          <a:lstStyle/>
          <a:p>
            <a:pPr indent="0" marL="0">
              <a:buNone/>
            </a:pPr>
            <a:r>
              <a:rPr lang="en-US" sz="1800" b="1" dirty="0">
                <a:solidFill>
                  <a:schemeClr val="tx2"/>
                </a:solidFill>
              </a:rPr>
              <a:t>기술 도우미</a:t>
            </a:r>
            <a:endParaRPr lang="en-US" sz="1800" dirty="0"/>
          </a:p>
        </p:txBody>
      </p:sp>
      <p:sp>
        <p:nvSpPr>
          <p:cNvPr id="13" name="Text 8"/>
          <p:cNvSpPr txBox="1"/>
          <p:nvPr/>
        </p:nvSpPr>
        <p:spPr>
          <a:xfrm>
            <a:off x="3593592" y="2734056"/>
            <a:ext cx="2157984" cy="969264"/>
          </a:xfrm>
          <a:prstGeom prst="rect">
            <a:avLst/>
          </a:prstGeom>
          <a:noFill/>
          <a:ln/>
        </p:spPr>
        <p:txBody>
          <a:bodyPr wrap="square" lIns="0" tIns="0" rIns="0" bIns="0" rtlCol="0" anchor="t"/>
          <a:lstStyle/>
          <a:p>
            <a:pPr indent="0" marL="0">
              <a:buNone/>
            </a:pPr>
            <a:r>
              <a:rPr lang="en-US" sz="1300" dirty="0">
                <a:solidFill>
                  <a:schemeClr val="tx1"/>
                </a:solidFill>
              </a:rPr>
              <a:t>CapCut·AI 질문 1차 해결</a:t>
            </a:r>
            <a:endParaRPr lang="en-US" sz="1300" dirty="0"/>
          </a:p>
        </p:txBody>
      </p:sp>
      <p:sp>
        <p:nvSpPr>
          <p:cNvPr id="14" name="Shape 9"/>
          <p:cNvSpPr/>
          <p:nvPr/>
        </p:nvSpPr>
        <p:spPr>
          <a:xfrm>
            <a:off x="6181344" y="1371600"/>
            <a:ext cx="2615184" cy="2514600"/>
          </a:xfrm>
          <a:prstGeom prst="roundRect">
            <a:avLst>
              <a:gd name="adj" fmla="val 4364"/>
            </a:avLst>
          </a:prstGeom>
          <a:solidFill>
            <a:schemeClr val="bg2"/>
          </a:solidFill>
          <a:ln/>
        </p:spPr>
      </p:sp>
      <p:sp>
        <p:nvSpPr>
          <p:cNvPr id="15" name="Shape 10"/>
          <p:cNvSpPr/>
          <p:nvPr/>
        </p:nvSpPr>
        <p:spPr>
          <a:xfrm>
            <a:off x="6409944" y="1600200"/>
            <a:ext cx="566928" cy="566928"/>
          </a:xfrm>
          <a:prstGeom prst="ellipse">
            <a:avLst/>
          </a:prstGeom>
          <a:solidFill>
            <a:schemeClr val="accent3"/>
          </a:solidFill>
          <a:ln/>
        </p:spPr>
      </p:sp>
      <p:pic>
        <p:nvPicPr>
          <p:cNvPr id="16" name="Image 2" descr="FaVideo">    </p:cNvPr>
          <p:cNvPicPr>
            <a:picLocks noChangeAspect="1"/>
          </p:cNvPicPr>
          <p:nvPr/>
        </p:nvPicPr>
        <p:blipFill>
          <a:blip r:embed="rId3"/>
          <a:stretch>
            <a:fillRect/>
          </a:stretch>
        </p:blipFill>
        <p:spPr>
          <a:xfrm>
            <a:off x="6563015" y="1753271"/>
            <a:ext cx="260787" cy="260787"/>
          </a:xfrm>
          <a:prstGeom prst="rect">
            <a:avLst/>
          </a:prstGeom>
        </p:spPr>
      </p:pic>
      <p:sp>
        <p:nvSpPr>
          <p:cNvPr id="17" name="Text 11"/>
          <p:cNvSpPr txBox="1"/>
          <p:nvPr/>
        </p:nvSpPr>
        <p:spPr>
          <a:xfrm>
            <a:off x="6409944" y="2304288"/>
            <a:ext cx="2157984" cy="411480"/>
          </a:xfrm>
          <a:prstGeom prst="rect">
            <a:avLst/>
          </a:prstGeom>
          <a:noFill/>
          <a:ln/>
        </p:spPr>
        <p:txBody>
          <a:bodyPr wrap="square" lIns="0" tIns="0" rIns="0" bIns="0" rtlCol="0" anchor="t"/>
          <a:lstStyle/>
          <a:p>
            <a:pPr indent="0" marL="0">
              <a:buNone/>
            </a:pPr>
            <a:r>
              <a:rPr lang="en-US" sz="1800" b="1" dirty="0">
                <a:solidFill>
                  <a:schemeClr val="tx2"/>
                </a:solidFill>
              </a:rPr>
              <a:t>기록</a:t>
            </a:r>
            <a:endParaRPr lang="en-US" sz="1800" dirty="0"/>
          </a:p>
        </p:txBody>
      </p:sp>
      <p:sp>
        <p:nvSpPr>
          <p:cNvPr id="18" name="Text 12"/>
          <p:cNvSpPr txBox="1"/>
          <p:nvPr/>
        </p:nvSpPr>
        <p:spPr>
          <a:xfrm>
            <a:off x="6409944" y="2734056"/>
            <a:ext cx="2157984" cy="969264"/>
          </a:xfrm>
          <a:prstGeom prst="rect">
            <a:avLst/>
          </a:prstGeom>
          <a:noFill/>
          <a:ln/>
        </p:spPr>
        <p:txBody>
          <a:bodyPr wrap="square" lIns="0" tIns="0" rIns="0" bIns="0" rtlCol="0" anchor="t"/>
          <a:lstStyle/>
          <a:p>
            <a:pPr indent="0" marL="0">
              <a:buNone/>
            </a:pPr>
            <a:r>
              <a:rPr lang="en-US" sz="1300" dirty="0">
                <a:solidFill>
                  <a:schemeClr val="tx1"/>
                </a:solidFill>
              </a:rPr>
              <a:t>수업 장면 촬영 → 6회차 브이로그 재료</a:t>
            </a:r>
            <a:endParaRPr lang="en-US" sz="1300" dirty="0"/>
          </a:p>
        </p:txBody>
      </p:sp>
      <p:sp>
        <p:nvSpPr>
          <p:cNvPr id="19" name="Shape 13"/>
          <p:cNvSpPr/>
          <p:nvPr/>
        </p:nvSpPr>
        <p:spPr>
          <a:xfrm>
            <a:off x="8997696" y="1371600"/>
            <a:ext cx="2615184" cy="2514600"/>
          </a:xfrm>
          <a:prstGeom prst="roundRect">
            <a:avLst>
              <a:gd name="adj" fmla="val 4364"/>
            </a:avLst>
          </a:prstGeom>
          <a:solidFill>
            <a:schemeClr val="bg2"/>
          </a:solidFill>
          <a:ln/>
        </p:spPr>
      </p:sp>
      <p:sp>
        <p:nvSpPr>
          <p:cNvPr id="20" name="Shape 14"/>
          <p:cNvSpPr/>
          <p:nvPr/>
        </p:nvSpPr>
        <p:spPr>
          <a:xfrm>
            <a:off x="9226296" y="1600200"/>
            <a:ext cx="566928" cy="566928"/>
          </a:xfrm>
          <a:prstGeom prst="ellipse">
            <a:avLst/>
          </a:prstGeom>
          <a:solidFill>
            <a:schemeClr val="accent1"/>
          </a:solidFill>
          <a:ln/>
        </p:spPr>
      </p:sp>
      <p:pic>
        <p:nvPicPr>
          <p:cNvPr id="21" name="Image 3" descr="FaEye">    </p:cNvPr>
          <p:cNvPicPr>
            <a:picLocks noChangeAspect="1"/>
          </p:cNvPicPr>
          <p:nvPr/>
        </p:nvPicPr>
        <p:blipFill>
          <a:blip r:embed="rId4"/>
          <a:stretch>
            <a:fillRect/>
          </a:stretch>
        </p:blipFill>
        <p:spPr>
          <a:xfrm>
            <a:off x="9379367" y="1753271"/>
            <a:ext cx="260787" cy="260787"/>
          </a:xfrm>
          <a:prstGeom prst="rect">
            <a:avLst/>
          </a:prstGeom>
        </p:spPr>
      </p:pic>
      <p:sp>
        <p:nvSpPr>
          <p:cNvPr id="22" name="Text 15"/>
          <p:cNvSpPr txBox="1"/>
          <p:nvPr/>
        </p:nvSpPr>
        <p:spPr>
          <a:xfrm>
            <a:off x="9226296" y="2304288"/>
            <a:ext cx="2157984" cy="411480"/>
          </a:xfrm>
          <a:prstGeom prst="rect">
            <a:avLst/>
          </a:prstGeom>
          <a:noFill/>
          <a:ln/>
        </p:spPr>
        <p:txBody>
          <a:bodyPr wrap="square" lIns="0" tIns="0" rIns="0" bIns="0" rtlCol="0" anchor="t"/>
          <a:lstStyle/>
          <a:p>
            <a:pPr indent="0" marL="0">
              <a:buNone/>
            </a:pPr>
            <a:r>
              <a:rPr lang="en-US" sz="1800" b="1" dirty="0">
                <a:solidFill>
                  <a:schemeClr val="tx2"/>
                </a:solidFill>
              </a:rPr>
              <a:t>첫 시청자</a:t>
            </a:r>
            <a:endParaRPr lang="en-US" sz="1800" dirty="0"/>
          </a:p>
        </p:txBody>
      </p:sp>
      <p:sp>
        <p:nvSpPr>
          <p:cNvPr id="23" name="Text 16"/>
          <p:cNvSpPr txBox="1"/>
          <p:nvPr/>
        </p:nvSpPr>
        <p:spPr>
          <a:xfrm>
            <a:off x="9226296" y="2734056"/>
            <a:ext cx="2157984" cy="969264"/>
          </a:xfrm>
          <a:prstGeom prst="rect">
            <a:avLst/>
          </a:prstGeom>
          <a:noFill/>
          <a:ln/>
        </p:spPr>
        <p:txBody>
          <a:bodyPr wrap="square" lIns="0" tIns="0" rIns="0" bIns="0" rtlCol="0" anchor="t"/>
          <a:lstStyle/>
          <a:p>
            <a:pPr indent="0" marL="0">
              <a:buNone/>
            </a:pPr>
            <a:r>
              <a:rPr lang="en-US" sz="1300" dirty="0">
                <a:solidFill>
                  <a:schemeClr val="tx1"/>
                </a:solidFill>
              </a:rPr>
              <a:t>크루 영상을 먼저 보고 칭찬 1 + 제안 1</a:t>
            </a:r>
            <a:endParaRPr lang="en-US" sz="1300" dirty="0"/>
          </a:p>
        </p:txBody>
      </p:sp>
      <p:sp>
        <p:nvSpPr>
          <p:cNvPr id="24" name="Text 17"/>
          <p:cNvSpPr txBox="1"/>
          <p:nvPr/>
        </p:nvSpPr>
        <p:spPr>
          <a:xfrm>
            <a:off x="548640" y="4114800"/>
            <a:ext cx="2743200" cy="365760"/>
          </a:xfrm>
          <a:prstGeom prst="rect">
            <a:avLst/>
          </a:prstGeom>
          <a:noFill/>
          <a:ln/>
        </p:spPr>
        <p:txBody>
          <a:bodyPr wrap="square" lIns="0" tIns="0" rIns="0" bIns="0" rtlCol="0" anchor="t"/>
          <a:lstStyle/>
          <a:p>
            <a:pPr indent="0" marL="0">
              <a:buNone/>
            </a:pPr>
            <a:r>
              <a:rPr lang="en-US" sz="1800" b="1" dirty="0">
                <a:solidFill>
                  <a:schemeClr val="tx2"/>
                </a:solidFill>
              </a:rPr>
              <a:t>막혔을 때</a:t>
            </a:r>
            <a:endParaRPr lang="en-US" sz="1800" dirty="0"/>
          </a:p>
        </p:txBody>
      </p:sp>
      <p:sp>
        <p:nvSpPr>
          <p:cNvPr id="25" name="Shape 18"/>
          <p:cNvSpPr/>
          <p:nvPr/>
        </p:nvSpPr>
        <p:spPr>
          <a:xfrm>
            <a:off x="548640" y="4572000"/>
            <a:ext cx="3200400" cy="868680"/>
          </a:xfrm>
          <a:prstGeom prst="roundRect">
            <a:avLst>
              <a:gd name="adj" fmla="val 12632"/>
            </a:avLst>
          </a:prstGeom>
          <a:solidFill>
            <a:schemeClr val="bg2"/>
          </a:solidFill>
          <a:ln/>
        </p:spPr>
      </p:sp>
      <p:sp>
        <p:nvSpPr>
          <p:cNvPr id="26" name="Shape 19"/>
          <p:cNvSpPr/>
          <p:nvPr/>
        </p:nvSpPr>
        <p:spPr>
          <a:xfrm>
            <a:off x="713232" y="4681728"/>
            <a:ext cx="640080" cy="640080"/>
          </a:xfrm>
          <a:prstGeom prst="ellipse">
            <a:avLst/>
          </a:prstGeom>
          <a:solidFill>
            <a:schemeClr val="accent2"/>
          </a:solidFill>
          <a:ln/>
        </p:spPr>
      </p:sp>
      <p:sp>
        <p:nvSpPr>
          <p:cNvPr id="27" name="Text 20"/>
          <p:cNvSpPr txBox="1"/>
          <p:nvPr/>
        </p:nvSpPr>
        <p:spPr>
          <a:xfrm>
            <a:off x="713232" y="4681728"/>
            <a:ext cx="640080" cy="640080"/>
          </a:xfrm>
          <a:prstGeom prst="rect">
            <a:avLst/>
          </a:prstGeom>
          <a:noFill/>
          <a:ln/>
        </p:spPr>
        <p:txBody>
          <a:bodyPr wrap="square" lIns="0" tIns="0" rIns="0" bIns="0" rtlCol="0" anchor="ctr"/>
          <a:lstStyle/>
          <a:p>
            <a:pPr algn="ctr" indent="0" marL="0">
              <a:buNone/>
            </a:pPr>
            <a:r>
              <a:rPr lang="en-US" sz="1300" b="1" dirty="0">
                <a:solidFill>
                  <a:schemeClr val="bg1"/>
                </a:solidFill>
              </a:rPr>
              <a:t>3분</a:t>
            </a:r>
            <a:endParaRPr lang="en-US" sz="1300" dirty="0"/>
          </a:p>
        </p:txBody>
      </p:sp>
      <p:sp>
        <p:nvSpPr>
          <p:cNvPr id="28" name="Text 21"/>
          <p:cNvSpPr txBox="1"/>
          <p:nvPr/>
        </p:nvSpPr>
        <p:spPr>
          <a:xfrm>
            <a:off x="1508760" y="4572000"/>
            <a:ext cx="2103120" cy="868680"/>
          </a:xfrm>
          <a:prstGeom prst="rect">
            <a:avLst/>
          </a:prstGeom>
          <a:noFill/>
          <a:ln/>
        </p:spPr>
        <p:txBody>
          <a:bodyPr wrap="square" lIns="0" tIns="0" rIns="0" bIns="0" rtlCol="0" anchor="ctr"/>
          <a:lstStyle/>
          <a:p>
            <a:pPr indent="0" marL="0">
              <a:buNone/>
            </a:pPr>
            <a:r>
              <a:rPr lang="en-US" sz="1700" b="1" dirty="0">
                <a:solidFill>
                  <a:schemeClr val="tx2"/>
                </a:solidFill>
              </a:rPr>
              <a:t>짝에게</a:t>
            </a:r>
            <a:endParaRPr lang="en-US" sz="1700" dirty="0"/>
          </a:p>
        </p:txBody>
      </p:sp>
      <p:sp>
        <p:nvSpPr>
          <p:cNvPr id="29" name="Shape 22"/>
          <p:cNvSpPr/>
          <p:nvPr/>
        </p:nvSpPr>
        <p:spPr>
          <a:xfrm>
            <a:off x="3794760" y="5001768"/>
            <a:ext cx="457200" cy="0"/>
          </a:xfrm>
          <a:prstGeom prst="line">
            <a:avLst/>
          </a:prstGeom>
          <a:noFill/>
          <a:ln w="19050">
            <a:solidFill>
              <a:schemeClr val="accent5"/>
            </a:solidFill>
            <a:prstDash val="solid"/>
            <a:tailEnd type="triangle"/>
          </a:ln>
        </p:spPr>
      </p:sp>
      <p:sp>
        <p:nvSpPr>
          <p:cNvPr id="30" name="Shape 23"/>
          <p:cNvSpPr/>
          <p:nvPr/>
        </p:nvSpPr>
        <p:spPr>
          <a:xfrm>
            <a:off x="4297680" y="4572000"/>
            <a:ext cx="3200400" cy="868680"/>
          </a:xfrm>
          <a:prstGeom prst="roundRect">
            <a:avLst>
              <a:gd name="adj" fmla="val 12632"/>
            </a:avLst>
          </a:prstGeom>
          <a:solidFill>
            <a:schemeClr val="bg2"/>
          </a:solidFill>
          <a:ln/>
        </p:spPr>
      </p:sp>
      <p:sp>
        <p:nvSpPr>
          <p:cNvPr id="31" name="Shape 24"/>
          <p:cNvSpPr/>
          <p:nvPr/>
        </p:nvSpPr>
        <p:spPr>
          <a:xfrm>
            <a:off x="4462272" y="4681728"/>
            <a:ext cx="640080" cy="640080"/>
          </a:xfrm>
          <a:prstGeom prst="ellipse">
            <a:avLst/>
          </a:prstGeom>
          <a:solidFill>
            <a:schemeClr val="accent2"/>
          </a:solidFill>
          <a:ln/>
        </p:spPr>
      </p:sp>
      <p:sp>
        <p:nvSpPr>
          <p:cNvPr id="32" name="Text 25"/>
          <p:cNvSpPr txBox="1"/>
          <p:nvPr/>
        </p:nvSpPr>
        <p:spPr>
          <a:xfrm>
            <a:off x="4462272" y="4681728"/>
            <a:ext cx="640080" cy="640080"/>
          </a:xfrm>
          <a:prstGeom prst="rect">
            <a:avLst/>
          </a:prstGeom>
          <a:noFill/>
          <a:ln/>
        </p:spPr>
        <p:txBody>
          <a:bodyPr wrap="square" lIns="0" tIns="0" rIns="0" bIns="0" rtlCol="0" anchor="ctr"/>
          <a:lstStyle/>
          <a:p>
            <a:pPr algn="ctr" indent="0" marL="0">
              <a:buNone/>
            </a:pPr>
            <a:r>
              <a:rPr lang="en-US" sz="1300" b="1" dirty="0">
                <a:solidFill>
                  <a:schemeClr val="bg1"/>
                </a:solidFill>
              </a:rPr>
              <a:t>+5분</a:t>
            </a:r>
            <a:endParaRPr lang="en-US" sz="1300" dirty="0"/>
          </a:p>
        </p:txBody>
      </p:sp>
      <p:sp>
        <p:nvSpPr>
          <p:cNvPr id="33" name="Text 26"/>
          <p:cNvSpPr txBox="1"/>
          <p:nvPr/>
        </p:nvSpPr>
        <p:spPr>
          <a:xfrm>
            <a:off x="5257800" y="4572000"/>
            <a:ext cx="2103120" cy="868680"/>
          </a:xfrm>
          <a:prstGeom prst="rect">
            <a:avLst/>
          </a:prstGeom>
          <a:noFill/>
          <a:ln/>
        </p:spPr>
        <p:txBody>
          <a:bodyPr wrap="square" lIns="0" tIns="0" rIns="0" bIns="0" rtlCol="0" anchor="ctr"/>
          <a:lstStyle/>
          <a:p>
            <a:pPr indent="0" marL="0">
              <a:buNone/>
            </a:pPr>
            <a:r>
              <a:rPr lang="en-US" sz="1700" b="1" dirty="0">
                <a:solidFill>
                  <a:schemeClr val="tx2"/>
                </a:solidFill>
              </a:rPr>
              <a:t>기술 도우미</a:t>
            </a:r>
            <a:endParaRPr lang="en-US" sz="1700" dirty="0"/>
          </a:p>
        </p:txBody>
      </p:sp>
      <p:sp>
        <p:nvSpPr>
          <p:cNvPr id="34" name="Shape 27"/>
          <p:cNvSpPr/>
          <p:nvPr/>
        </p:nvSpPr>
        <p:spPr>
          <a:xfrm>
            <a:off x="7543800" y="5001768"/>
            <a:ext cx="457200" cy="0"/>
          </a:xfrm>
          <a:prstGeom prst="line">
            <a:avLst/>
          </a:prstGeom>
          <a:noFill/>
          <a:ln w="19050">
            <a:solidFill>
              <a:schemeClr val="accent5"/>
            </a:solidFill>
            <a:prstDash val="solid"/>
            <a:tailEnd type="triangle"/>
          </a:ln>
        </p:spPr>
      </p:sp>
      <p:sp>
        <p:nvSpPr>
          <p:cNvPr id="35" name="Shape 28"/>
          <p:cNvSpPr/>
          <p:nvPr/>
        </p:nvSpPr>
        <p:spPr>
          <a:xfrm>
            <a:off x="8046720" y="4572000"/>
            <a:ext cx="3200400" cy="868680"/>
          </a:xfrm>
          <a:prstGeom prst="roundRect">
            <a:avLst>
              <a:gd name="adj" fmla="val 12632"/>
            </a:avLst>
          </a:prstGeom>
          <a:solidFill>
            <a:schemeClr val="bg2"/>
          </a:solidFill>
          <a:ln/>
        </p:spPr>
      </p:sp>
      <p:sp>
        <p:nvSpPr>
          <p:cNvPr id="36" name="Shape 29"/>
          <p:cNvSpPr/>
          <p:nvPr/>
        </p:nvSpPr>
        <p:spPr>
          <a:xfrm>
            <a:off x="8211312" y="4681728"/>
            <a:ext cx="640080" cy="640080"/>
          </a:xfrm>
          <a:prstGeom prst="ellipse">
            <a:avLst/>
          </a:prstGeom>
          <a:solidFill>
            <a:schemeClr val="accent3"/>
          </a:solidFill>
          <a:ln/>
        </p:spPr>
      </p:sp>
      <p:sp>
        <p:nvSpPr>
          <p:cNvPr id="37" name="Text 30"/>
          <p:cNvSpPr txBox="1"/>
          <p:nvPr/>
        </p:nvSpPr>
        <p:spPr>
          <a:xfrm>
            <a:off x="8211312" y="4681728"/>
            <a:ext cx="640080" cy="640080"/>
          </a:xfrm>
          <a:prstGeom prst="rect">
            <a:avLst/>
          </a:prstGeom>
          <a:noFill/>
          <a:ln/>
        </p:spPr>
        <p:txBody>
          <a:bodyPr wrap="square" lIns="0" tIns="0" rIns="0" bIns="0" rtlCol="0" anchor="ctr"/>
          <a:lstStyle/>
          <a:p>
            <a:pPr algn="ctr" indent="0" marL="0">
              <a:buNone/>
            </a:pPr>
            <a:r>
              <a:rPr lang="en-US" sz="1300" b="1" dirty="0">
                <a:solidFill>
                  <a:schemeClr val="bg1"/>
                </a:solidFill>
              </a:rPr>
              <a:t>그래도</a:t>
            </a:r>
            <a:endParaRPr lang="en-US" sz="1300" dirty="0"/>
          </a:p>
        </p:txBody>
      </p:sp>
      <p:sp>
        <p:nvSpPr>
          <p:cNvPr id="38" name="Text 31"/>
          <p:cNvSpPr txBox="1"/>
          <p:nvPr/>
        </p:nvSpPr>
        <p:spPr>
          <a:xfrm>
            <a:off x="9006840" y="4572000"/>
            <a:ext cx="2103120" cy="868680"/>
          </a:xfrm>
          <a:prstGeom prst="rect">
            <a:avLst/>
          </a:prstGeom>
          <a:noFill/>
          <a:ln/>
        </p:spPr>
        <p:txBody>
          <a:bodyPr wrap="square" lIns="0" tIns="0" rIns="0" bIns="0" rtlCol="0" anchor="ctr"/>
          <a:lstStyle/>
          <a:p>
            <a:pPr indent="0" marL="0">
              <a:buNone/>
            </a:pPr>
            <a:r>
              <a:rPr lang="en-US" sz="1700" b="1" dirty="0">
                <a:solidFill>
                  <a:schemeClr val="tx2"/>
                </a:solidFill>
              </a:rPr>
              <a:t>강사 호출 카드</a:t>
            </a:r>
            <a:endParaRPr lang="en-US" sz="1700" dirty="0"/>
          </a:p>
        </p:txBody>
      </p:sp>
      <p:sp>
        <p:nvSpPr>
          <p:cNvPr id="39" name="Text 32"/>
          <p:cNvSpPr txBox="1"/>
          <p:nvPr/>
        </p:nvSpPr>
        <p:spPr>
          <a:xfrm>
            <a:off x="548640" y="5623560"/>
            <a:ext cx="11064240" cy="365760"/>
          </a:xfrm>
          <a:prstGeom prst="rect">
            <a:avLst/>
          </a:prstGeom>
          <a:noFill/>
          <a:ln/>
        </p:spPr>
        <p:txBody>
          <a:bodyPr wrap="square" lIns="0" tIns="0" rIns="0" bIns="0" rtlCol="0" anchor="t"/>
          <a:lstStyle/>
          <a:p>
            <a:pPr indent="0" marL="0">
              <a:buNone/>
            </a:pPr>
            <a:r>
              <a:rPr lang="en-US" sz="1500" dirty="0">
                <a:solidFill>
                  <a:schemeClr val="accent5"/>
                </a:solidFill>
              </a:rPr>
              <a:t>개인 순위는 없습니다. 매 회차 목표는 "크루 전원 완료"</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크루를 소개합니다</a:t>
            </a:r>
            <a:endParaRPr lang="en-US" sz="3000" dirty="0"/>
          </a:p>
        </p:txBody>
      </p:sp>
      <p:sp>
        <p:nvSpPr>
          <p:cNvPr id="4" name="Shape 1"/>
          <p:cNvSpPr/>
          <p:nvPr/>
        </p:nvSpPr>
        <p:spPr>
          <a:xfrm>
            <a:off x="548640" y="1371600"/>
            <a:ext cx="2615184" cy="4160520"/>
          </a:xfrm>
          <a:prstGeom prst="roundRect">
            <a:avLst>
              <a:gd name="adj" fmla="val 4196"/>
            </a:avLst>
          </a:prstGeom>
          <a:solidFill>
            <a:schemeClr val="bg2"/>
          </a:solidFill>
          <a:ln/>
        </p:spPr>
      </p:sp>
      <p:sp>
        <p:nvSpPr>
          <p:cNvPr id="5" name="Shape 2"/>
          <p:cNvSpPr/>
          <p:nvPr/>
        </p:nvSpPr>
        <p:spPr>
          <a:xfrm>
            <a:off x="777240" y="1572768"/>
            <a:ext cx="566928" cy="566928"/>
          </a:xfrm>
          <a:prstGeom prst="ellipse">
            <a:avLst/>
          </a:prstGeom>
          <a:solidFill>
            <a:schemeClr val="accent2"/>
          </a:solidFill>
          <a:ln/>
        </p:spPr>
      </p:sp>
      <p:sp>
        <p:nvSpPr>
          <p:cNvPr id="6" name="Text 3"/>
          <p:cNvSpPr txBox="1"/>
          <p:nvPr/>
        </p:nvSpPr>
        <p:spPr>
          <a:xfrm>
            <a:off x="777240" y="1572768"/>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4"/>
          <p:cNvSpPr txBox="1"/>
          <p:nvPr/>
        </p:nvSpPr>
        <p:spPr>
          <a:xfrm>
            <a:off x="1463040" y="1627632"/>
            <a:ext cx="1554480" cy="457200"/>
          </a:xfrm>
          <a:prstGeom prst="rect">
            <a:avLst/>
          </a:prstGeom>
          <a:noFill/>
          <a:ln/>
        </p:spPr>
        <p:txBody>
          <a:bodyPr wrap="square" lIns="0" tIns="0" rIns="0" bIns="0" rtlCol="0" anchor="ctr"/>
          <a:lstStyle/>
          <a:p>
            <a:pPr indent="0" marL="0">
              <a:buNone/>
            </a:pPr>
            <a:r>
              <a:rPr lang="en-US" sz="2000" b="1" dirty="0">
                <a:solidFill>
                  <a:schemeClr val="tx2"/>
                </a:solidFill>
              </a:rPr>
              <a:t>크루 1</a:t>
            </a:r>
            <a:endParaRPr lang="en-US" sz="2000" dirty="0"/>
          </a:p>
        </p:txBody>
      </p:sp>
      <p:sp>
        <p:nvSpPr>
          <p:cNvPr id="8" name="Text 5"/>
          <p:cNvSpPr txBox="1"/>
          <p:nvPr/>
        </p:nvSpPr>
        <p:spPr>
          <a:xfrm>
            <a:off x="822960" y="2377440"/>
            <a:ext cx="2194560" cy="30175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tx1"/>
                </a:solidFill>
              </a:rPr>
              <a:t>________ (크루장)</a:t>
            </a:r>
            <a:endParaRPr lang="en-US" sz="1500" dirty="0"/>
          </a:p>
          <a:p>
            <a:pPr marL="228600" indent="-228600">
              <a:spcAft>
                <a:spcPts val="600"/>
              </a:spcAft>
              <a:buSzPct val="100000"/>
              <a:buChar char="•"/>
            </a:pPr>
            <a:r>
              <a:rPr lang="en-US" sz="1500" dirty="0">
                <a:solidFill>
                  <a:schemeClr val="tx1"/>
                </a:solidFill>
              </a:rPr>
              <a:t>________ (기술 도우미)</a:t>
            </a:r>
            <a:endParaRPr lang="en-US" sz="1500" dirty="0"/>
          </a:p>
          <a:p>
            <a:pPr marL="228600" indent="-228600">
              <a:spcAft>
                <a:spcPts val="600"/>
              </a:spcAft>
              <a:buSzPct val="100000"/>
              <a:buChar char="•"/>
            </a:pPr>
            <a:r>
              <a:rPr lang="en-US" sz="1500" dirty="0">
                <a:solidFill>
                  <a:schemeClr val="tx1"/>
                </a:solidFill>
              </a:rPr>
              <a:t>________ (기록)</a:t>
            </a:r>
            <a:endParaRPr lang="en-US" sz="1500" dirty="0"/>
          </a:p>
          <a:p>
            <a:pPr marL="228600" indent="-228600">
              <a:spcAft>
                <a:spcPts val="600"/>
              </a:spcAft>
              <a:buSzPct val="100000"/>
              <a:buChar char="•"/>
            </a:pPr>
            <a:r>
              <a:rPr lang="en-US" sz="1500" dirty="0">
                <a:solidFill>
                  <a:schemeClr val="tx1"/>
                </a:solidFill>
              </a:rPr>
              <a:t>________ (첫 시청자)</a:t>
            </a:r>
            <a:endParaRPr lang="en-US" sz="1500" dirty="0"/>
          </a:p>
          <a:p>
            <a:pPr marL="228600" indent="-228600">
              <a:spcAft>
                <a:spcPts val="600"/>
              </a:spcAft>
              <a:buSzPct val="100000"/>
              <a:buChar char="•"/>
            </a:pPr>
            <a:r>
              <a:rPr lang="en-US" sz="1500" dirty="0">
                <a:solidFill>
                  <a:schemeClr val="tx1"/>
                </a:solidFill>
              </a:rPr>
              <a:t>________</a:t>
            </a:r>
            <a:endParaRPr lang="en-US" sz="1500" dirty="0"/>
          </a:p>
          <a:p>
            <a:pPr marL="228600" indent="-228600">
              <a:spcAft>
                <a:spcPts val="600"/>
              </a:spcAft>
              <a:buSzPct val="100000"/>
              <a:buChar char="•"/>
            </a:pPr>
            <a:r>
              <a:rPr lang="en-US" sz="1500" dirty="0">
                <a:solidFill>
                  <a:schemeClr val="tx1"/>
                </a:solidFill>
              </a:rPr>
              <a:t>________</a:t>
            </a:r>
            <a:endParaRPr lang="en-US" sz="1500" dirty="0"/>
          </a:p>
        </p:txBody>
      </p:sp>
      <p:sp>
        <p:nvSpPr>
          <p:cNvPr id="9" name="Shape 6"/>
          <p:cNvSpPr/>
          <p:nvPr/>
        </p:nvSpPr>
        <p:spPr>
          <a:xfrm>
            <a:off x="3364992" y="1371600"/>
            <a:ext cx="2615184" cy="4160520"/>
          </a:xfrm>
          <a:prstGeom prst="roundRect">
            <a:avLst>
              <a:gd name="adj" fmla="val 4196"/>
            </a:avLst>
          </a:prstGeom>
          <a:solidFill>
            <a:schemeClr val="bg2"/>
          </a:solidFill>
          <a:ln/>
        </p:spPr>
      </p:sp>
      <p:sp>
        <p:nvSpPr>
          <p:cNvPr id="10" name="Shape 7"/>
          <p:cNvSpPr/>
          <p:nvPr/>
        </p:nvSpPr>
        <p:spPr>
          <a:xfrm>
            <a:off x="3593592" y="1572768"/>
            <a:ext cx="566928" cy="566928"/>
          </a:xfrm>
          <a:prstGeom prst="ellipse">
            <a:avLst/>
          </a:prstGeom>
          <a:solidFill>
            <a:schemeClr val="accent4"/>
          </a:solidFill>
          <a:ln/>
        </p:spPr>
      </p:sp>
      <p:sp>
        <p:nvSpPr>
          <p:cNvPr id="11" name="Text 8"/>
          <p:cNvSpPr txBox="1"/>
          <p:nvPr/>
        </p:nvSpPr>
        <p:spPr>
          <a:xfrm>
            <a:off x="3593592" y="1572768"/>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2" name="Text 9"/>
          <p:cNvSpPr txBox="1"/>
          <p:nvPr/>
        </p:nvSpPr>
        <p:spPr>
          <a:xfrm>
            <a:off x="4279392" y="1627632"/>
            <a:ext cx="1554480" cy="457200"/>
          </a:xfrm>
          <a:prstGeom prst="rect">
            <a:avLst/>
          </a:prstGeom>
          <a:noFill/>
          <a:ln/>
        </p:spPr>
        <p:txBody>
          <a:bodyPr wrap="square" lIns="0" tIns="0" rIns="0" bIns="0" rtlCol="0" anchor="ctr"/>
          <a:lstStyle/>
          <a:p>
            <a:pPr indent="0" marL="0">
              <a:buNone/>
            </a:pPr>
            <a:r>
              <a:rPr lang="en-US" sz="2000" b="1" dirty="0">
                <a:solidFill>
                  <a:schemeClr val="tx2"/>
                </a:solidFill>
              </a:rPr>
              <a:t>크루 2</a:t>
            </a:r>
            <a:endParaRPr lang="en-US" sz="2000" dirty="0"/>
          </a:p>
        </p:txBody>
      </p:sp>
      <p:sp>
        <p:nvSpPr>
          <p:cNvPr id="13" name="Text 10"/>
          <p:cNvSpPr txBox="1"/>
          <p:nvPr/>
        </p:nvSpPr>
        <p:spPr>
          <a:xfrm>
            <a:off x="3639312" y="2377440"/>
            <a:ext cx="2194560" cy="30175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tx1"/>
                </a:solidFill>
              </a:rPr>
              <a:t>________ (크루장)</a:t>
            </a:r>
            <a:endParaRPr lang="en-US" sz="1500" dirty="0"/>
          </a:p>
          <a:p>
            <a:pPr marL="228600" indent="-228600">
              <a:spcAft>
                <a:spcPts val="600"/>
              </a:spcAft>
              <a:buSzPct val="100000"/>
              <a:buChar char="•"/>
            </a:pPr>
            <a:r>
              <a:rPr lang="en-US" sz="1500" dirty="0">
                <a:solidFill>
                  <a:schemeClr val="tx1"/>
                </a:solidFill>
              </a:rPr>
              <a:t>________ (기술 도우미)</a:t>
            </a:r>
            <a:endParaRPr lang="en-US" sz="1500" dirty="0"/>
          </a:p>
          <a:p>
            <a:pPr marL="228600" indent="-228600">
              <a:spcAft>
                <a:spcPts val="600"/>
              </a:spcAft>
              <a:buSzPct val="100000"/>
              <a:buChar char="•"/>
            </a:pPr>
            <a:r>
              <a:rPr lang="en-US" sz="1500" dirty="0">
                <a:solidFill>
                  <a:schemeClr val="tx1"/>
                </a:solidFill>
              </a:rPr>
              <a:t>________ (기록)</a:t>
            </a:r>
            <a:endParaRPr lang="en-US" sz="1500" dirty="0"/>
          </a:p>
          <a:p>
            <a:pPr marL="228600" indent="-228600">
              <a:spcAft>
                <a:spcPts val="600"/>
              </a:spcAft>
              <a:buSzPct val="100000"/>
              <a:buChar char="•"/>
            </a:pPr>
            <a:r>
              <a:rPr lang="en-US" sz="1500" dirty="0">
                <a:solidFill>
                  <a:schemeClr val="tx1"/>
                </a:solidFill>
              </a:rPr>
              <a:t>________ (첫 시청자)</a:t>
            </a:r>
            <a:endParaRPr lang="en-US" sz="1500" dirty="0"/>
          </a:p>
          <a:p>
            <a:pPr marL="228600" indent="-228600">
              <a:spcAft>
                <a:spcPts val="600"/>
              </a:spcAft>
              <a:buSzPct val="100000"/>
              <a:buChar char="•"/>
            </a:pPr>
            <a:r>
              <a:rPr lang="en-US" sz="1500" dirty="0">
                <a:solidFill>
                  <a:schemeClr val="tx1"/>
                </a:solidFill>
              </a:rPr>
              <a:t>________</a:t>
            </a:r>
            <a:endParaRPr lang="en-US" sz="1500" dirty="0"/>
          </a:p>
          <a:p>
            <a:pPr marL="228600" indent="-228600">
              <a:spcAft>
                <a:spcPts val="600"/>
              </a:spcAft>
              <a:buSzPct val="100000"/>
              <a:buChar char="•"/>
            </a:pPr>
            <a:r>
              <a:rPr lang="en-US" sz="1500" dirty="0">
                <a:solidFill>
                  <a:schemeClr val="tx1"/>
                </a:solidFill>
              </a:rPr>
              <a:t>________</a:t>
            </a:r>
            <a:endParaRPr lang="en-US" sz="1500" dirty="0"/>
          </a:p>
        </p:txBody>
      </p:sp>
      <p:sp>
        <p:nvSpPr>
          <p:cNvPr id="14" name="Shape 11"/>
          <p:cNvSpPr/>
          <p:nvPr/>
        </p:nvSpPr>
        <p:spPr>
          <a:xfrm>
            <a:off x="6181344" y="1371600"/>
            <a:ext cx="2615184" cy="4160520"/>
          </a:xfrm>
          <a:prstGeom prst="roundRect">
            <a:avLst>
              <a:gd name="adj" fmla="val 4196"/>
            </a:avLst>
          </a:prstGeom>
          <a:solidFill>
            <a:schemeClr val="bg2"/>
          </a:solidFill>
          <a:ln/>
        </p:spPr>
      </p:sp>
      <p:sp>
        <p:nvSpPr>
          <p:cNvPr id="15" name="Shape 12"/>
          <p:cNvSpPr/>
          <p:nvPr/>
        </p:nvSpPr>
        <p:spPr>
          <a:xfrm>
            <a:off x="6409944" y="1572768"/>
            <a:ext cx="566928" cy="566928"/>
          </a:xfrm>
          <a:prstGeom prst="ellipse">
            <a:avLst/>
          </a:prstGeom>
          <a:solidFill>
            <a:schemeClr val="accent3"/>
          </a:solidFill>
          <a:ln/>
        </p:spPr>
      </p:sp>
      <p:sp>
        <p:nvSpPr>
          <p:cNvPr id="16" name="Text 13"/>
          <p:cNvSpPr txBox="1"/>
          <p:nvPr/>
        </p:nvSpPr>
        <p:spPr>
          <a:xfrm>
            <a:off x="6409944" y="1572768"/>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7" name="Text 14"/>
          <p:cNvSpPr txBox="1"/>
          <p:nvPr/>
        </p:nvSpPr>
        <p:spPr>
          <a:xfrm>
            <a:off x="7095744" y="1627632"/>
            <a:ext cx="1554480" cy="457200"/>
          </a:xfrm>
          <a:prstGeom prst="rect">
            <a:avLst/>
          </a:prstGeom>
          <a:noFill/>
          <a:ln/>
        </p:spPr>
        <p:txBody>
          <a:bodyPr wrap="square" lIns="0" tIns="0" rIns="0" bIns="0" rtlCol="0" anchor="ctr"/>
          <a:lstStyle/>
          <a:p>
            <a:pPr indent="0" marL="0">
              <a:buNone/>
            </a:pPr>
            <a:r>
              <a:rPr lang="en-US" sz="2000" b="1" dirty="0">
                <a:solidFill>
                  <a:schemeClr val="tx2"/>
                </a:solidFill>
              </a:rPr>
              <a:t>크루 3</a:t>
            </a:r>
            <a:endParaRPr lang="en-US" sz="2000" dirty="0"/>
          </a:p>
        </p:txBody>
      </p:sp>
      <p:sp>
        <p:nvSpPr>
          <p:cNvPr id="18" name="Text 15"/>
          <p:cNvSpPr txBox="1"/>
          <p:nvPr/>
        </p:nvSpPr>
        <p:spPr>
          <a:xfrm>
            <a:off x="6455664" y="2377440"/>
            <a:ext cx="2194560" cy="30175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tx1"/>
                </a:solidFill>
              </a:rPr>
              <a:t>________ (크루장)</a:t>
            </a:r>
            <a:endParaRPr lang="en-US" sz="1500" dirty="0"/>
          </a:p>
          <a:p>
            <a:pPr marL="228600" indent="-228600">
              <a:spcAft>
                <a:spcPts val="600"/>
              </a:spcAft>
              <a:buSzPct val="100000"/>
              <a:buChar char="•"/>
            </a:pPr>
            <a:r>
              <a:rPr lang="en-US" sz="1500" dirty="0">
                <a:solidFill>
                  <a:schemeClr val="tx1"/>
                </a:solidFill>
              </a:rPr>
              <a:t>________ (기술 도우미)</a:t>
            </a:r>
            <a:endParaRPr lang="en-US" sz="1500" dirty="0"/>
          </a:p>
          <a:p>
            <a:pPr marL="228600" indent="-228600">
              <a:spcAft>
                <a:spcPts val="600"/>
              </a:spcAft>
              <a:buSzPct val="100000"/>
              <a:buChar char="•"/>
            </a:pPr>
            <a:r>
              <a:rPr lang="en-US" sz="1500" dirty="0">
                <a:solidFill>
                  <a:schemeClr val="tx1"/>
                </a:solidFill>
              </a:rPr>
              <a:t>________ (기록)</a:t>
            </a:r>
            <a:endParaRPr lang="en-US" sz="1500" dirty="0"/>
          </a:p>
          <a:p>
            <a:pPr marL="228600" indent="-228600">
              <a:spcAft>
                <a:spcPts val="600"/>
              </a:spcAft>
              <a:buSzPct val="100000"/>
              <a:buChar char="•"/>
            </a:pPr>
            <a:r>
              <a:rPr lang="en-US" sz="1500" dirty="0">
                <a:solidFill>
                  <a:schemeClr val="tx1"/>
                </a:solidFill>
              </a:rPr>
              <a:t>________ (첫 시청자)</a:t>
            </a:r>
            <a:endParaRPr lang="en-US" sz="1500" dirty="0"/>
          </a:p>
          <a:p>
            <a:pPr marL="228600" indent="-228600">
              <a:spcAft>
                <a:spcPts val="600"/>
              </a:spcAft>
              <a:buSzPct val="100000"/>
              <a:buChar char="•"/>
            </a:pPr>
            <a:r>
              <a:rPr lang="en-US" sz="1500" dirty="0">
                <a:solidFill>
                  <a:schemeClr val="tx1"/>
                </a:solidFill>
              </a:rPr>
              <a:t>________</a:t>
            </a:r>
            <a:endParaRPr lang="en-US" sz="1500" dirty="0"/>
          </a:p>
          <a:p>
            <a:pPr marL="228600" indent="-228600">
              <a:spcAft>
                <a:spcPts val="600"/>
              </a:spcAft>
              <a:buSzPct val="100000"/>
              <a:buChar char="•"/>
            </a:pPr>
            <a:r>
              <a:rPr lang="en-US" sz="1500" dirty="0">
                <a:solidFill>
                  <a:schemeClr val="tx1"/>
                </a:solidFill>
              </a:rPr>
              <a:t>________</a:t>
            </a:r>
            <a:endParaRPr lang="en-US" sz="1500" dirty="0"/>
          </a:p>
        </p:txBody>
      </p:sp>
      <p:sp>
        <p:nvSpPr>
          <p:cNvPr id="19" name="Shape 16"/>
          <p:cNvSpPr/>
          <p:nvPr/>
        </p:nvSpPr>
        <p:spPr>
          <a:xfrm>
            <a:off x="8997696" y="1371600"/>
            <a:ext cx="2615184" cy="4160520"/>
          </a:xfrm>
          <a:prstGeom prst="roundRect">
            <a:avLst>
              <a:gd name="adj" fmla="val 4196"/>
            </a:avLst>
          </a:prstGeom>
          <a:solidFill>
            <a:schemeClr val="bg2"/>
          </a:solidFill>
          <a:ln/>
        </p:spPr>
      </p:sp>
      <p:sp>
        <p:nvSpPr>
          <p:cNvPr id="20" name="Shape 17"/>
          <p:cNvSpPr/>
          <p:nvPr/>
        </p:nvSpPr>
        <p:spPr>
          <a:xfrm>
            <a:off x="9226296" y="1572768"/>
            <a:ext cx="566928" cy="566928"/>
          </a:xfrm>
          <a:prstGeom prst="ellipse">
            <a:avLst/>
          </a:prstGeom>
          <a:solidFill>
            <a:schemeClr val="accent1"/>
          </a:solidFill>
          <a:ln/>
        </p:spPr>
      </p:sp>
      <p:sp>
        <p:nvSpPr>
          <p:cNvPr id="21" name="Text 18"/>
          <p:cNvSpPr txBox="1"/>
          <p:nvPr/>
        </p:nvSpPr>
        <p:spPr>
          <a:xfrm>
            <a:off x="9226296" y="1572768"/>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2" name="Text 19"/>
          <p:cNvSpPr txBox="1"/>
          <p:nvPr/>
        </p:nvSpPr>
        <p:spPr>
          <a:xfrm>
            <a:off x="9912096" y="1627632"/>
            <a:ext cx="1554480" cy="457200"/>
          </a:xfrm>
          <a:prstGeom prst="rect">
            <a:avLst/>
          </a:prstGeom>
          <a:noFill/>
          <a:ln/>
        </p:spPr>
        <p:txBody>
          <a:bodyPr wrap="square" lIns="0" tIns="0" rIns="0" bIns="0" rtlCol="0" anchor="ctr"/>
          <a:lstStyle/>
          <a:p>
            <a:pPr indent="0" marL="0">
              <a:buNone/>
            </a:pPr>
            <a:r>
              <a:rPr lang="en-US" sz="2000" b="1" dirty="0">
                <a:solidFill>
                  <a:schemeClr val="tx2"/>
                </a:solidFill>
              </a:rPr>
              <a:t>크루 4</a:t>
            </a:r>
            <a:endParaRPr lang="en-US" sz="2000" dirty="0"/>
          </a:p>
        </p:txBody>
      </p:sp>
      <p:sp>
        <p:nvSpPr>
          <p:cNvPr id="23" name="Text 20"/>
          <p:cNvSpPr txBox="1"/>
          <p:nvPr/>
        </p:nvSpPr>
        <p:spPr>
          <a:xfrm>
            <a:off x="9272016" y="2377440"/>
            <a:ext cx="2194560" cy="30175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tx1"/>
                </a:solidFill>
              </a:rPr>
              <a:t>________ (크루장)</a:t>
            </a:r>
            <a:endParaRPr lang="en-US" sz="1500" dirty="0"/>
          </a:p>
          <a:p>
            <a:pPr marL="228600" indent="-228600">
              <a:spcAft>
                <a:spcPts val="600"/>
              </a:spcAft>
              <a:buSzPct val="100000"/>
              <a:buChar char="•"/>
            </a:pPr>
            <a:r>
              <a:rPr lang="en-US" sz="1500" dirty="0">
                <a:solidFill>
                  <a:schemeClr val="tx1"/>
                </a:solidFill>
              </a:rPr>
              <a:t>________ (기술 도우미)</a:t>
            </a:r>
            <a:endParaRPr lang="en-US" sz="1500" dirty="0"/>
          </a:p>
          <a:p>
            <a:pPr marL="228600" indent="-228600">
              <a:spcAft>
                <a:spcPts val="600"/>
              </a:spcAft>
              <a:buSzPct val="100000"/>
              <a:buChar char="•"/>
            </a:pPr>
            <a:r>
              <a:rPr lang="en-US" sz="1500" dirty="0">
                <a:solidFill>
                  <a:schemeClr val="tx1"/>
                </a:solidFill>
              </a:rPr>
              <a:t>________ (기록)</a:t>
            </a:r>
            <a:endParaRPr lang="en-US" sz="1500" dirty="0"/>
          </a:p>
          <a:p>
            <a:pPr marL="228600" indent="-228600">
              <a:spcAft>
                <a:spcPts val="600"/>
              </a:spcAft>
              <a:buSzPct val="100000"/>
              <a:buChar char="•"/>
            </a:pPr>
            <a:r>
              <a:rPr lang="en-US" sz="1500" dirty="0">
                <a:solidFill>
                  <a:schemeClr val="tx1"/>
                </a:solidFill>
              </a:rPr>
              <a:t>________ (첫 시청자)</a:t>
            </a:r>
            <a:endParaRPr lang="en-US" sz="1500" dirty="0"/>
          </a:p>
          <a:p>
            <a:pPr marL="228600" indent="-228600">
              <a:spcAft>
                <a:spcPts val="600"/>
              </a:spcAft>
              <a:buSzPct val="100000"/>
              <a:buChar char="•"/>
            </a:pPr>
            <a:r>
              <a:rPr lang="en-US" sz="1500" dirty="0">
                <a:solidFill>
                  <a:schemeClr val="tx1"/>
                </a:solidFill>
              </a:rPr>
              <a:t>________</a:t>
            </a:r>
            <a:endParaRPr lang="en-US" sz="1500" dirty="0"/>
          </a:p>
          <a:p>
            <a:pPr marL="228600" indent="-228600">
              <a:spcAft>
                <a:spcPts val="600"/>
              </a:spcAft>
              <a:buSzPct val="100000"/>
              <a:buChar char="•"/>
            </a:pPr>
            <a:r>
              <a:rPr lang="en-US" sz="1500" dirty="0">
                <a:solidFill>
                  <a:schemeClr val="tx1"/>
                </a:solidFill>
              </a:rPr>
              <a:t>________</a:t>
            </a:r>
            <a:endParaRPr lang="en-US" sz="1500" dirty="0"/>
          </a:p>
        </p:txBody>
      </p:sp>
      <p:sp>
        <p:nvSpPr>
          <p:cNvPr id="24" name="Text 21"/>
          <p:cNvSpPr txBox="1"/>
          <p:nvPr/>
        </p:nvSpPr>
        <p:spPr>
          <a:xfrm>
            <a:off x="548640" y="5669280"/>
            <a:ext cx="11064240" cy="365760"/>
          </a:xfrm>
          <a:prstGeom prst="rect">
            <a:avLst/>
          </a:prstGeom>
          <a:noFill/>
          <a:ln/>
        </p:spPr>
        <p:txBody>
          <a:bodyPr wrap="square" lIns="0" tIns="0" rIns="0" bIns="0" rtlCol="0" anchor="t"/>
          <a:lstStyle/>
          <a:p>
            <a:pPr indent="0" marL="0">
              <a:buNone/>
            </a:pPr>
            <a:r>
              <a:rPr lang="en-US" sz="1500" dirty="0">
                <a:solidFill>
                  <a:schemeClr val="accent5"/>
                </a:solidFill>
              </a:rPr>
              <a:t>크루 이름은 오늘 7교시 전까지 크루가 직접 짓습니다</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지금 함께 세팅해요 (15분)</a:t>
            </a:r>
            <a:endParaRPr lang="en-US" sz="3000" dirty="0"/>
          </a:p>
        </p:txBody>
      </p:sp>
      <p:sp>
        <p:nvSpPr>
          <p:cNvPr id="4" name="Shape 1"/>
          <p:cNvSpPr/>
          <p:nvPr/>
        </p:nvSpPr>
        <p:spPr>
          <a:xfrm>
            <a:off x="548640" y="1463040"/>
            <a:ext cx="2103120" cy="2926080"/>
          </a:xfrm>
          <a:prstGeom prst="roundRect">
            <a:avLst>
              <a:gd name="adj" fmla="val 5217"/>
            </a:avLst>
          </a:prstGeom>
          <a:solidFill>
            <a:schemeClr val="bg2"/>
          </a:solidFill>
          <a:ln/>
        </p:spPr>
      </p:sp>
      <p:sp>
        <p:nvSpPr>
          <p:cNvPr id="5" name="Shape 2"/>
          <p:cNvSpPr/>
          <p:nvPr/>
        </p:nvSpPr>
        <p:spPr>
          <a:xfrm>
            <a:off x="777240" y="1691640"/>
            <a:ext cx="566928" cy="566928"/>
          </a:xfrm>
          <a:prstGeom prst="ellipse">
            <a:avLst/>
          </a:prstGeom>
          <a:solidFill>
            <a:schemeClr val="accent2"/>
          </a:solidFill>
          <a:ln/>
        </p:spPr>
      </p:sp>
      <p:pic>
        <p:nvPicPr>
          <p:cNvPr id="6" name="Image 0" descr="FaComments">    </p:cNvPr>
          <p:cNvPicPr>
            <a:picLocks noChangeAspect="1"/>
          </p:cNvPicPr>
          <p:nvPr/>
        </p:nvPicPr>
        <p:blipFill>
          <a:blip r:embed="rId1"/>
          <a:stretch>
            <a:fillRect/>
          </a:stretch>
        </p:blipFill>
        <p:spPr>
          <a:xfrm>
            <a:off x="930311" y="1844711"/>
            <a:ext cx="260787" cy="260787"/>
          </a:xfrm>
          <a:prstGeom prst="rect">
            <a:avLst/>
          </a:prstGeom>
        </p:spPr>
      </p:pic>
      <p:sp>
        <p:nvSpPr>
          <p:cNvPr id="7" name="Text 3"/>
          <p:cNvSpPr txBox="1"/>
          <p:nvPr/>
        </p:nvSpPr>
        <p:spPr>
          <a:xfrm>
            <a:off x="777240" y="2395728"/>
            <a:ext cx="1645920" cy="411480"/>
          </a:xfrm>
          <a:prstGeom prst="rect">
            <a:avLst/>
          </a:prstGeom>
          <a:noFill/>
          <a:ln/>
        </p:spPr>
        <p:txBody>
          <a:bodyPr wrap="square" lIns="0" tIns="0" rIns="0" bIns="0" rtlCol="0" anchor="t"/>
          <a:lstStyle/>
          <a:p>
            <a:pPr indent="0" marL="0">
              <a:buNone/>
            </a:pPr>
            <a:r>
              <a:rPr lang="en-US" sz="1600" b="1" dirty="0">
                <a:solidFill>
                  <a:schemeClr val="tx2"/>
                </a:solidFill>
              </a:rPr>
              <a:t>단톡방 입장</a:t>
            </a:r>
            <a:endParaRPr lang="en-US" sz="1600" dirty="0"/>
          </a:p>
        </p:txBody>
      </p:sp>
      <p:sp>
        <p:nvSpPr>
          <p:cNvPr id="8" name="Text 4"/>
          <p:cNvSpPr txBox="1"/>
          <p:nvPr/>
        </p:nvSpPr>
        <p:spPr>
          <a:xfrm>
            <a:off x="777240" y="2825496"/>
            <a:ext cx="1645920" cy="1380744"/>
          </a:xfrm>
          <a:prstGeom prst="rect">
            <a:avLst/>
          </a:prstGeom>
          <a:noFill/>
          <a:ln/>
        </p:spPr>
        <p:txBody>
          <a:bodyPr wrap="square" lIns="0" tIns="0" rIns="0" bIns="0" rtlCol="0" anchor="t"/>
          <a:lstStyle/>
          <a:p>
            <a:pPr indent="0" marL="0">
              <a:buNone/>
            </a:pPr>
            <a:r>
              <a:rPr lang="en-US" sz="1300" dirty="0">
                <a:solidFill>
                  <a:schemeClr val="tx1"/>
                </a:solidFill>
              </a:rPr>
              <a:t>공지 · 과제 · 질문</a:t>
            </a:r>
            <a:endParaRPr lang="en-US" sz="1300" dirty="0"/>
          </a:p>
        </p:txBody>
      </p:sp>
      <p:sp>
        <p:nvSpPr>
          <p:cNvPr id="9" name="Shape 5"/>
          <p:cNvSpPr/>
          <p:nvPr/>
        </p:nvSpPr>
        <p:spPr>
          <a:xfrm>
            <a:off x="2798064" y="1463040"/>
            <a:ext cx="2103120" cy="2926080"/>
          </a:xfrm>
          <a:prstGeom prst="roundRect">
            <a:avLst>
              <a:gd name="adj" fmla="val 5217"/>
            </a:avLst>
          </a:prstGeom>
          <a:solidFill>
            <a:schemeClr val="bg2"/>
          </a:solidFill>
          <a:ln/>
        </p:spPr>
      </p:sp>
      <p:sp>
        <p:nvSpPr>
          <p:cNvPr id="10" name="Shape 6"/>
          <p:cNvSpPr/>
          <p:nvPr/>
        </p:nvSpPr>
        <p:spPr>
          <a:xfrm>
            <a:off x="3026664" y="1691640"/>
            <a:ext cx="566928" cy="566928"/>
          </a:xfrm>
          <a:prstGeom prst="ellipse">
            <a:avLst/>
          </a:prstGeom>
          <a:solidFill>
            <a:schemeClr val="accent4"/>
          </a:solidFill>
          <a:ln/>
        </p:spPr>
      </p:sp>
      <p:pic>
        <p:nvPicPr>
          <p:cNvPr id="11" name="Image 1" descr="FaGoogleDrive">    </p:cNvPr>
          <p:cNvPicPr>
            <a:picLocks noChangeAspect="1"/>
          </p:cNvPicPr>
          <p:nvPr/>
        </p:nvPicPr>
        <p:blipFill>
          <a:blip r:embed="rId2"/>
          <a:stretch>
            <a:fillRect/>
          </a:stretch>
        </p:blipFill>
        <p:spPr>
          <a:xfrm>
            <a:off x="3179735" y="1844711"/>
            <a:ext cx="260787" cy="260787"/>
          </a:xfrm>
          <a:prstGeom prst="rect">
            <a:avLst/>
          </a:prstGeom>
        </p:spPr>
      </p:pic>
      <p:sp>
        <p:nvSpPr>
          <p:cNvPr id="12" name="Text 7"/>
          <p:cNvSpPr txBox="1"/>
          <p:nvPr/>
        </p:nvSpPr>
        <p:spPr>
          <a:xfrm>
            <a:off x="3026664" y="2395728"/>
            <a:ext cx="1645920" cy="411480"/>
          </a:xfrm>
          <a:prstGeom prst="rect">
            <a:avLst/>
          </a:prstGeom>
          <a:noFill/>
          <a:ln/>
        </p:spPr>
        <p:txBody>
          <a:bodyPr wrap="square" lIns="0" tIns="0" rIns="0" bIns="0" rtlCol="0" anchor="t"/>
          <a:lstStyle/>
          <a:p>
            <a:pPr indent="0" marL="0">
              <a:buNone/>
            </a:pPr>
            <a:r>
              <a:rPr lang="en-US" sz="1600" b="1" dirty="0">
                <a:solidFill>
                  <a:schemeClr val="tx2"/>
                </a:solidFill>
              </a:rPr>
              <a:t>드라이브 폴더</a:t>
            </a:r>
            <a:endParaRPr lang="en-US" sz="1600" dirty="0"/>
          </a:p>
        </p:txBody>
      </p:sp>
      <p:sp>
        <p:nvSpPr>
          <p:cNvPr id="13" name="Text 8"/>
          <p:cNvSpPr txBox="1"/>
          <p:nvPr/>
        </p:nvSpPr>
        <p:spPr>
          <a:xfrm>
            <a:off x="3026664" y="2825496"/>
            <a:ext cx="1645920" cy="1380744"/>
          </a:xfrm>
          <a:prstGeom prst="rect">
            <a:avLst/>
          </a:prstGeom>
          <a:noFill/>
          <a:ln/>
        </p:spPr>
        <p:txBody>
          <a:bodyPr wrap="square" lIns="0" tIns="0" rIns="0" bIns="0" rtlCol="0" anchor="t"/>
          <a:lstStyle/>
          <a:p>
            <a:pPr indent="0" marL="0">
              <a:buNone/>
            </a:pPr>
            <a:r>
              <a:rPr lang="en-US" sz="1300" dirty="0">
                <a:solidFill>
                  <a:schemeClr val="tx1"/>
                </a:solidFill>
              </a:rPr>
              <a:t>크루 폴더 → 내 이름 폴더</a:t>
            </a:r>
            <a:endParaRPr lang="en-US" sz="1300" dirty="0"/>
          </a:p>
        </p:txBody>
      </p:sp>
      <p:sp>
        <p:nvSpPr>
          <p:cNvPr id="14" name="Shape 9"/>
          <p:cNvSpPr/>
          <p:nvPr/>
        </p:nvSpPr>
        <p:spPr>
          <a:xfrm>
            <a:off x="5047488" y="1463040"/>
            <a:ext cx="2103120" cy="2926080"/>
          </a:xfrm>
          <a:prstGeom prst="roundRect">
            <a:avLst>
              <a:gd name="adj" fmla="val 5217"/>
            </a:avLst>
          </a:prstGeom>
          <a:solidFill>
            <a:schemeClr val="bg2"/>
          </a:solidFill>
          <a:ln/>
        </p:spPr>
      </p:sp>
      <p:sp>
        <p:nvSpPr>
          <p:cNvPr id="15" name="Shape 10"/>
          <p:cNvSpPr/>
          <p:nvPr/>
        </p:nvSpPr>
        <p:spPr>
          <a:xfrm>
            <a:off x="5276088" y="1691640"/>
            <a:ext cx="566928" cy="566928"/>
          </a:xfrm>
          <a:prstGeom prst="ellipse">
            <a:avLst/>
          </a:prstGeom>
          <a:solidFill>
            <a:schemeClr val="accent3"/>
          </a:solidFill>
          <a:ln/>
        </p:spPr>
      </p:sp>
      <p:pic>
        <p:nvPicPr>
          <p:cNvPr id="16" name="Image 2" descr="FaDesktop">    </p:cNvPr>
          <p:cNvPicPr>
            <a:picLocks noChangeAspect="1"/>
          </p:cNvPicPr>
          <p:nvPr/>
        </p:nvPicPr>
        <p:blipFill>
          <a:blip r:embed="rId3"/>
          <a:stretch>
            <a:fillRect/>
          </a:stretch>
        </p:blipFill>
        <p:spPr>
          <a:xfrm>
            <a:off x="5429159" y="1844711"/>
            <a:ext cx="260787" cy="260787"/>
          </a:xfrm>
          <a:prstGeom prst="rect">
            <a:avLst/>
          </a:prstGeom>
        </p:spPr>
      </p:pic>
      <p:sp>
        <p:nvSpPr>
          <p:cNvPr id="17" name="Text 11"/>
          <p:cNvSpPr txBox="1"/>
          <p:nvPr/>
        </p:nvSpPr>
        <p:spPr>
          <a:xfrm>
            <a:off x="5276088" y="2395728"/>
            <a:ext cx="1645920" cy="411480"/>
          </a:xfrm>
          <a:prstGeom prst="rect">
            <a:avLst/>
          </a:prstGeom>
          <a:noFill/>
          <a:ln/>
        </p:spPr>
        <p:txBody>
          <a:bodyPr wrap="square" lIns="0" tIns="0" rIns="0" bIns="0" rtlCol="0" anchor="t"/>
          <a:lstStyle/>
          <a:p>
            <a:pPr indent="0" marL="0">
              <a:buNone/>
            </a:pPr>
            <a:r>
              <a:rPr lang="en-US" sz="1600" b="1" dirty="0">
                <a:solidFill>
                  <a:schemeClr val="tx2"/>
                </a:solidFill>
              </a:rPr>
              <a:t>CapCut PC 확인</a:t>
            </a:r>
            <a:endParaRPr lang="en-US" sz="1600" dirty="0"/>
          </a:p>
        </p:txBody>
      </p:sp>
      <p:sp>
        <p:nvSpPr>
          <p:cNvPr id="18" name="Text 12"/>
          <p:cNvSpPr txBox="1"/>
          <p:nvPr/>
        </p:nvSpPr>
        <p:spPr>
          <a:xfrm>
            <a:off x="5276088" y="2825496"/>
            <a:ext cx="1645920" cy="1380744"/>
          </a:xfrm>
          <a:prstGeom prst="rect">
            <a:avLst/>
          </a:prstGeom>
          <a:noFill/>
          <a:ln/>
        </p:spPr>
        <p:txBody>
          <a:bodyPr wrap="square" lIns="0" tIns="0" rIns="0" bIns="0" rtlCol="0" anchor="t"/>
          <a:lstStyle/>
          <a:p>
            <a:pPr indent="0" marL="0">
              <a:buNone/>
            </a:pPr>
            <a:r>
              <a:rPr lang="en-US" sz="1300" dirty="0">
                <a:solidFill>
                  <a:schemeClr val="tx1"/>
                </a:solidFill>
              </a:rPr>
              <a:t>실행되는지, 안 되면 설치 안내대로</a:t>
            </a:r>
            <a:endParaRPr lang="en-US" sz="1300" dirty="0"/>
          </a:p>
        </p:txBody>
      </p:sp>
      <p:sp>
        <p:nvSpPr>
          <p:cNvPr id="19" name="Shape 13"/>
          <p:cNvSpPr/>
          <p:nvPr/>
        </p:nvSpPr>
        <p:spPr>
          <a:xfrm>
            <a:off x="7296912" y="1463040"/>
            <a:ext cx="2103120" cy="2926080"/>
          </a:xfrm>
          <a:prstGeom prst="roundRect">
            <a:avLst>
              <a:gd name="adj" fmla="val 5217"/>
            </a:avLst>
          </a:prstGeom>
          <a:solidFill>
            <a:schemeClr val="bg2"/>
          </a:solidFill>
          <a:ln/>
        </p:spPr>
      </p:sp>
      <p:sp>
        <p:nvSpPr>
          <p:cNvPr id="20" name="Shape 14"/>
          <p:cNvSpPr/>
          <p:nvPr/>
        </p:nvSpPr>
        <p:spPr>
          <a:xfrm>
            <a:off x="7525512" y="1691640"/>
            <a:ext cx="566928" cy="566928"/>
          </a:xfrm>
          <a:prstGeom prst="ellipse">
            <a:avLst/>
          </a:prstGeom>
          <a:solidFill>
            <a:schemeClr val="accent1"/>
          </a:solidFill>
          <a:ln/>
        </p:spPr>
      </p:sp>
      <p:pic>
        <p:nvPicPr>
          <p:cNvPr id="21" name="Image 3" descr="FaKey">    </p:cNvPr>
          <p:cNvPicPr>
            <a:picLocks noChangeAspect="1"/>
          </p:cNvPicPr>
          <p:nvPr/>
        </p:nvPicPr>
        <p:blipFill>
          <a:blip r:embed="rId4"/>
          <a:stretch>
            <a:fillRect/>
          </a:stretch>
        </p:blipFill>
        <p:spPr>
          <a:xfrm>
            <a:off x="7678583" y="1844711"/>
            <a:ext cx="260787" cy="260787"/>
          </a:xfrm>
          <a:prstGeom prst="rect">
            <a:avLst/>
          </a:prstGeom>
        </p:spPr>
      </p:pic>
      <p:sp>
        <p:nvSpPr>
          <p:cNvPr id="22" name="Text 15"/>
          <p:cNvSpPr txBox="1"/>
          <p:nvPr/>
        </p:nvSpPr>
        <p:spPr>
          <a:xfrm>
            <a:off x="7525512" y="2395728"/>
            <a:ext cx="1645920" cy="411480"/>
          </a:xfrm>
          <a:prstGeom prst="rect">
            <a:avLst/>
          </a:prstGeom>
          <a:noFill/>
          <a:ln/>
        </p:spPr>
        <p:txBody>
          <a:bodyPr wrap="square" lIns="0" tIns="0" rIns="0" bIns="0" rtlCol="0" anchor="t"/>
          <a:lstStyle/>
          <a:p>
            <a:pPr indent="0" marL="0">
              <a:buNone/>
            </a:pPr>
            <a:r>
              <a:rPr lang="en-US" sz="1600" b="1" dirty="0">
                <a:solidFill>
                  <a:schemeClr val="tx2"/>
                </a:solidFill>
              </a:rPr>
              <a:t>유료 계정 로그인</a:t>
            </a:r>
            <a:endParaRPr lang="en-US" sz="1600" dirty="0"/>
          </a:p>
        </p:txBody>
      </p:sp>
      <p:sp>
        <p:nvSpPr>
          <p:cNvPr id="23" name="Text 16"/>
          <p:cNvSpPr txBox="1"/>
          <p:nvPr/>
        </p:nvSpPr>
        <p:spPr>
          <a:xfrm>
            <a:off x="7525512" y="2825496"/>
            <a:ext cx="1645920" cy="1380744"/>
          </a:xfrm>
          <a:prstGeom prst="rect">
            <a:avLst/>
          </a:prstGeom>
          <a:noFill/>
          <a:ln/>
        </p:spPr>
        <p:txBody>
          <a:bodyPr wrap="square" lIns="0" tIns="0" rIns="0" bIns="0" rtlCol="0" anchor="t"/>
          <a:lstStyle/>
          <a:p>
            <a:pPr indent="0" marL="0">
              <a:buNone/>
            </a:pPr>
            <a:r>
              <a:rPr lang="en-US" sz="1300" dirty="0">
                <a:solidFill>
                  <a:schemeClr val="tx1"/>
                </a:solidFill>
              </a:rPr>
              <a:t>ChatGPT · CapCut</a:t>
            </a:r>
            <a:endParaRPr lang="en-US" sz="1300" dirty="0"/>
          </a:p>
        </p:txBody>
      </p:sp>
      <p:sp>
        <p:nvSpPr>
          <p:cNvPr id="24" name="Shape 17"/>
          <p:cNvSpPr/>
          <p:nvPr/>
        </p:nvSpPr>
        <p:spPr>
          <a:xfrm>
            <a:off x="9546336" y="1463040"/>
            <a:ext cx="2103120" cy="2926080"/>
          </a:xfrm>
          <a:prstGeom prst="roundRect">
            <a:avLst>
              <a:gd name="adj" fmla="val 5217"/>
            </a:avLst>
          </a:prstGeom>
          <a:solidFill>
            <a:schemeClr val="bg2"/>
          </a:solidFill>
          <a:ln/>
        </p:spPr>
      </p:sp>
      <p:sp>
        <p:nvSpPr>
          <p:cNvPr id="25" name="Shape 18"/>
          <p:cNvSpPr/>
          <p:nvPr/>
        </p:nvSpPr>
        <p:spPr>
          <a:xfrm>
            <a:off x="9774936" y="1691640"/>
            <a:ext cx="566928" cy="566928"/>
          </a:xfrm>
          <a:prstGeom prst="ellipse">
            <a:avLst/>
          </a:prstGeom>
          <a:solidFill>
            <a:schemeClr val="accent5"/>
          </a:solidFill>
          <a:ln/>
        </p:spPr>
      </p:sp>
      <p:pic>
        <p:nvPicPr>
          <p:cNvPr id="26" name="Image 4" descr="FaHandshake">    </p:cNvPr>
          <p:cNvPicPr>
            <a:picLocks noChangeAspect="1"/>
          </p:cNvPicPr>
          <p:nvPr/>
        </p:nvPicPr>
        <p:blipFill>
          <a:blip r:embed="rId5"/>
          <a:stretch>
            <a:fillRect/>
          </a:stretch>
        </p:blipFill>
        <p:spPr>
          <a:xfrm>
            <a:off x="9928007" y="1844711"/>
            <a:ext cx="260787" cy="260787"/>
          </a:xfrm>
          <a:prstGeom prst="rect">
            <a:avLst/>
          </a:prstGeom>
        </p:spPr>
      </p:pic>
      <p:sp>
        <p:nvSpPr>
          <p:cNvPr id="27" name="Text 19"/>
          <p:cNvSpPr txBox="1"/>
          <p:nvPr/>
        </p:nvSpPr>
        <p:spPr>
          <a:xfrm>
            <a:off x="9774936" y="2395728"/>
            <a:ext cx="1645920" cy="411480"/>
          </a:xfrm>
          <a:prstGeom prst="rect">
            <a:avLst/>
          </a:prstGeom>
          <a:noFill/>
          <a:ln/>
        </p:spPr>
        <p:txBody>
          <a:bodyPr wrap="square" lIns="0" tIns="0" rIns="0" bIns="0" rtlCol="0" anchor="t"/>
          <a:lstStyle/>
          <a:p>
            <a:pPr indent="0" marL="0">
              <a:buNone/>
            </a:pPr>
            <a:r>
              <a:rPr lang="en-US" sz="1600" b="1" dirty="0">
                <a:solidFill>
                  <a:schemeClr val="tx2"/>
                </a:solidFill>
              </a:rPr>
              <a:t>촬영 동의</a:t>
            </a:r>
            <a:endParaRPr lang="en-US" sz="1600" dirty="0"/>
          </a:p>
        </p:txBody>
      </p:sp>
      <p:sp>
        <p:nvSpPr>
          <p:cNvPr id="28" name="Text 20"/>
          <p:cNvSpPr txBox="1"/>
          <p:nvPr/>
        </p:nvSpPr>
        <p:spPr>
          <a:xfrm>
            <a:off x="9774936" y="2825496"/>
            <a:ext cx="1645920" cy="1380744"/>
          </a:xfrm>
          <a:prstGeom prst="rect">
            <a:avLst/>
          </a:prstGeom>
          <a:noFill/>
          <a:ln/>
        </p:spPr>
        <p:txBody>
          <a:bodyPr wrap="square" lIns="0" tIns="0" rIns="0" bIns="0" rtlCol="0" anchor="t"/>
          <a:lstStyle/>
          <a:p>
            <a:pPr indent="0" marL="0">
              <a:buNone/>
            </a:pPr>
            <a:r>
              <a:rPr lang="en-US" sz="1300" dirty="0">
                <a:solidFill>
                  <a:schemeClr val="tx1"/>
                </a:solidFill>
              </a:rPr>
              <a:t>수업 장면 → 6회차 브이로그</a:t>
            </a:r>
            <a:endParaRPr lang="en-US" sz="1300" dirty="0"/>
          </a:p>
        </p:txBody>
      </p:sp>
      <p:sp>
        <p:nvSpPr>
          <p:cNvPr id="29" name="Shape 21"/>
          <p:cNvSpPr/>
          <p:nvPr/>
        </p:nvSpPr>
        <p:spPr>
          <a:xfrm>
            <a:off x="548640" y="4800600"/>
            <a:ext cx="11064240" cy="502920"/>
          </a:xfrm>
          <a:prstGeom prst="roundRect">
            <a:avLst>
              <a:gd name="adj" fmla="val 18182"/>
            </a:avLst>
          </a:prstGeom>
          <a:solidFill>
            <a:schemeClr val="accent6"/>
          </a:solidFill>
          <a:ln/>
        </p:spPr>
      </p:sp>
      <p:sp>
        <p:nvSpPr>
          <p:cNvPr id="30" name="Text 22"/>
          <p:cNvSpPr txBox="1"/>
          <p:nvPr/>
        </p:nvSpPr>
        <p:spPr>
          <a:xfrm>
            <a:off x="777240" y="480060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크루장은 크루 전원이 끝나면 손을 들어 주세요. 기술 도우미는 막힌 사람부터</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첫 기획: 이름 대신, 나를 설명하는 한 줄</a:t>
            </a:r>
            <a:endParaRPr lang="en-US" sz="3000" dirty="0"/>
          </a:p>
        </p:txBody>
      </p:sp>
      <p:sp>
        <p:nvSpPr>
          <p:cNvPr id="4" name="Shape 1"/>
          <p:cNvSpPr/>
          <p:nvPr/>
        </p:nvSpPr>
        <p:spPr>
          <a:xfrm>
            <a:off x="548640" y="1371600"/>
            <a:ext cx="11064240" cy="1097280"/>
          </a:xfrm>
          <a:prstGeom prst="roundRect">
            <a:avLst>
              <a:gd name="adj" fmla="val 10000"/>
            </a:avLst>
          </a:prstGeom>
          <a:solidFill>
            <a:schemeClr val="tx2"/>
          </a:solidFill>
          <a:ln/>
        </p:spPr>
      </p:sp>
      <p:sp>
        <p:nvSpPr>
          <p:cNvPr id="5" name="Text 2"/>
          <p:cNvSpPr txBox="1"/>
          <p:nvPr/>
        </p:nvSpPr>
        <p:spPr>
          <a:xfrm>
            <a:off x="822960" y="1371600"/>
            <a:ext cx="10515600" cy="1097280"/>
          </a:xfrm>
          <a:prstGeom prst="rect">
            <a:avLst/>
          </a:prstGeom>
          <a:noFill/>
          <a:ln/>
        </p:spPr>
        <p:txBody>
          <a:bodyPr wrap="square" lIns="0" tIns="0" rIns="0" bIns="0" rtlCol="0" anchor="ctr"/>
          <a:lstStyle/>
          <a:p>
            <a:pPr algn="ctr" indent="0" marL="0">
              <a:buNone/>
            </a:pPr>
            <a:r>
              <a:rPr lang="en-US" sz="3400" b="1" dirty="0">
                <a:solidFill>
                  <a:schemeClr val="accent1"/>
                </a:solidFill>
              </a:rPr>
              <a:t>___ 한  ___ 의  ___</a:t>
            </a:r>
            <a:endParaRPr lang="en-US" sz="3400" dirty="0"/>
          </a:p>
        </p:txBody>
      </p:sp>
      <p:sp>
        <p:nvSpPr>
          <p:cNvPr id="6" name="Text 3"/>
          <p:cNvSpPr txBox="1"/>
          <p:nvPr/>
        </p:nvSpPr>
        <p:spPr>
          <a:xfrm>
            <a:off x="548640" y="2697480"/>
            <a:ext cx="5303520" cy="365760"/>
          </a:xfrm>
          <a:prstGeom prst="rect">
            <a:avLst/>
          </a:prstGeom>
          <a:noFill/>
          <a:ln/>
        </p:spPr>
        <p:txBody>
          <a:bodyPr wrap="square" lIns="0" tIns="0" rIns="0" bIns="0" rtlCol="0" anchor="t"/>
          <a:lstStyle/>
          <a:p>
            <a:pPr indent="0" marL="0">
              <a:buNone/>
            </a:pPr>
            <a:r>
              <a:rPr lang="en-US" sz="1700" b="1" dirty="0">
                <a:solidFill>
                  <a:schemeClr val="tx2"/>
                </a:solidFill>
              </a:rPr>
              <a:t>이런 느낌으로</a:t>
            </a:r>
            <a:endParaRPr lang="en-US" sz="1700" dirty="0"/>
          </a:p>
        </p:txBody>
      </p:sp>
      <p:sp>
        <p:nvSpPr>
          <p:cNvPr id="7" name="Text 4"/>
          <p:cNvSpPr txBox="1"/>
          <p:nvPr/>
        </p:nvSpPr>
        <p:spPr>
          <a:xfrm>
            <a:off x="548640" y="3154680"/>
            <a:ext cx="5303520" cy="18288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10년 만에 다시 출근하는 엄마의 첫 출근 준비</a:t>
            </a:r>
            <a:endParaRPr lang="en-US" sz="1600" dirty="0"/>
          </a:p>
          <a:p>
            <a:pPr marL="228600" indent="-228600">
              <a:spcAft>
                <a:spcPts val="800"/>
              </a:spcAft>
              <a:buSzPct val="100000"/>
              <a:buChar char="•"/>
            </a:pPr>
            <a:r>
              <a:rPr lang="en-US" sz="1600" dirty="0">
                <a:solidFill>
                  <a:schemeClr val="tx1"/>
                </a:solidFill>
              </a:rPr>
              <a:t>요리 30년 차가 처음 찍는 유튜브</a:t>
            </a:r>
            <a:endParaRPr lang="en-US" sz="1600" dirty="0"/>
          </a:p>
          <a:p>
            <a:pPr marL="228600" indent="-228600">
              <a:spcAft>
                <a:spcPts val="800"/>
              </a:spcAft>
              <a:buSzPct val="100000"/>
              <a:buChar char="•"/>
            </a:pPr>
            <a:r>
              <a:rPr lang="en-US" sz="1600" dirty="0">
                <a:solidFill>
                  <a:schemeClr val="tx1"/>
                </a:solidFill>
              </a:rPr>
              <a:t>퇴근 후 30분, 동네를 걷는 직장인의 산책 기록</a:t>
            </a:r>
            <a:endParaRPr lang="en-US" sz="1600" dirty="0"/>
          </a:p>
        </p:txBody>
      </p:sp>
      <p:sp>
        <p:nvSpPr>
          <p:cNvPr id="8" name="Shape 5"/>
          <p:cNvSpPr/>
          <p:nvPr/>
        </p:nvSpPr>
        <p:spPr>
          <a:xfrm>
            <a:off x="6172200" y="2697480"/>
            <a:ext cx="5440680" cy="2377440"/>
          </a:xfrm>
          <a:prstGeom prst="roundRect">
            <a:avLst>
              <a:gd name="adj" fmla="val 4615"/>
            </a:avLst>
          </a:prstGeom>
          <a:solidFill>
            <a:schemeClr val="bg2"/>
          </a:solidFill>
          <a:ln/>
        </p:spPr>
      </p:sp>
      <p:sp>
        <p:nvSpPr>
          <p:cNvPr id="9" name="Text 6"/>
          <p:cNvSpPr txBox="1"/>
          <p:nvPr/>
        </p:nvSpPr>
        <p:spPr>
          <a:xfrm>
            <a:off x="6400800" y="2834640"/>
            <a:ext cx="4937760" cy="365760"/>
          </a:xfrm>
          <a:prstGeom prst="rect">
            <a:avLst/>
          </a:prstGeom>
          <a:noFill/>
          <a:ln/>
        </p:spPr>
        <p:txBody>
          <a:bodyPr wrap="square" lIns="0" tIns="0" rIns="0" bIns="0" rtlCol="0" anchor="t"/>
          <a:lstStyle/>
          <a:p>
            <a:pPr indent="0" marL="0">
              <a:buNone/>
            </a:pPr>
            <a:r>
              <a:rPr lang="en-US" sz="1600" b="1" dirty="0">
                <a:solidFill>
                  <a:schemeClr val="accent4"/>
                </a:solidFill>
              </a:rPr>
              <a:t>ChatGPT에게</a:t>
            </a:r>
            <a:endParaRPr lang="en-US" sz="1600" dirty="0"/>
          </a:p>
        </p:txBody>
      </p:sp>
      <p:sp>
        <p:nvSpPr>
          <p:cNvPr id="10" name="Text 7"/>
          <p:cNvSpPr txBox="1"/>
          <p:nvPr/>
        </p:nvSpPr>
        <p:spPr>
          <a:xfrm>
            <a:off x="6400800" y="3246120"/>
            <a:ext cx="4983480" cy="1737360"/>
          </a:xfrm>
          <a:prstGeom prst="rect">
            <a:avLst/>
          </a:prstGeom>
          <a:noFill/>
          <a:ln/>
        </p:spPr>
        <p:txBody>
          <a:bodyPr wrap="square" lIns="0" tIns="0" rIns="0" bIns="0" rtlCol="0" anchor="t"/>
          <a:lstStyle/>
          <a:p>
            <a:pPr indent="0" marL="0">
              <a:buNone/>
            </a:pPr>
            <a:r>
              <a:rPr lang="en-US" sz="1500" dirty="0">
                <a:solidFill>
                  <a:schemeClr val="tx1"/>
                </a:solidFill>
              </a:rPr>
              <a:t>나는 [하는 일]이고 [좋아하는 것]을 좋아해. 이름 없이 나를 소개하는 한 줄 후보 10개를 줘. 처음 보는 사람이 "보고 싶다"고 느끼게.</a:t>
            </a:r>
            <a:endParaRPr lang="en-US" sz="1500" dirty="0"/>
          </a:p>
        </p:txBody>
      </p:sp>
      <p:sp>
        <p:nvSpPr>
          <p:cNvPr id="11" name="Shape 8"/>
          <p:cNvSpPr/>
          <p:nvPr/>
        </p:nvSpPr>
        <p:spPr>
          <a:xfrm>
            <a:off x="548640" y="5349240"/>
            <a:ext cx="11064240" cy="502920"/>
          </a:xfrm>
          <a:prstGeom prst="roundRect">
            <a:avLst>
              <a:gd name="adj" fmla="val 18182"/>
            </a:avLst>
          </a:prstGeom>
          <a:solidFill>
            <a:schemeClr val="accent6"/>
          </a:solidFill>
          <a:ln/>
        </p:spPr>
      </p:sp>
      <p:sp>
        <p:nvSpPr>
          <p:cNvPr id="12" name="Text 9"/>
          <p:cNvSpPr txBox="1"/>
          <p:nvPr/>
        </p:nvSpPr>
        <p:spPr>
          <a:xfrm>
            <a:off x="777240" y="534924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3분 쓰기 → 짝에게 읽기 → 3번 고쳐 쓰기. 최종 한 줄은 내가 고릅니다 (워크북 p.2)</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868680" y="2377440"/>
            <a:ext cx="1463040" cy="1463040"/>
          </a:xfrm>
          <a:prstGeom prst="ellipse">
            <a:avLst/>
          </a:prstGeom>
          <a:solidFill>
            <a:schemeClr val="accent1"/>
          </a:solidFill>
          <a:ln/>
        </p:spPr>
      </p:sp>
      <p:sp>
        <p:nvSpPr>
          <p:cNvPr id="3" name="Text 1"/>
          <p:cNvSpPr txBox="1"/>
          <p:nvPr/>
        </p:nvSpPr>
        <p:spPr>
          <a:xfrm>
            <a:off x="868680" y="2377440"/>
            <a:ext cx="1463040" cy="1463040"/>
          </a:xfrm>
          <a:prstGeom prst="rect">
            <a:avLst/>
          </a:prstGeom>
          <a:noFill/>
          <a:ln/>
        </p:spPr>
        <p:txBody>
          <a:bodyPr wrap="square" lIns="0" tIns="0" rIns="0" bIns="0" rtlCol="0" anchor="ctr"/>
          <a:lstStyle/>
          <a:p>
            <a:pPr algn="ctr" indent="0" marL="0">
              <a:buNone/>
            </a:pPr>
            <a:r>
              <a:rPr lang="en-US" sz="6000" b="1" dirty="0">
                <a:solidFill>
                  <a:schemeClr val="tx2"/>
                </a:solidFill>
              </a:rPr>
              <a:t>2</a:t>
            </a:r>
            <a:endParaRPr lang="en-US" sz="6000" dirty="0"/>
          </a:p>
        </p:txBody>
      </p:sp>
      <p:sp>
        <p:nvSpPr>
          <p:cNvPr id="4" name="Text 2"/>
          <p:cNvSpPr txBox="1"/>
          <p:nvPr/>
        </p:nvSpPr>
        <p:spPr>
          <a:xfrm>
            <a:off x="868680" y="3931920"/>
            <a:ext cx="1463040" cy="365760"/>
          </a:xfrm>
          <a:prstGeom prst="rect">
            <a:avLst/>
          </a:prstGeom>
          <a:noFill/>
          <a:ln/>
        </p:spPr>
        <p:txBody>
          <a:bodyPr wrap="square" lIns="0" tIns="0" rIns="0" bIns="0" rtlCol="0" anchor="t"/>
          <a:lstStyle/>
          <a:p>
            <a:pPr algn="ctr" indent="0" marL="0">
              <a:buNone/>
            </a:pPr>
            <a:r>
              <a:rPr lang="en-US" sz="1600" dirty="0">
                <a:solidFill>
                  <a:schemeClr val="accent6"/>
                </a:solidFill>
              </a:rPr>
              <a:t>교시</a:t>
            </a:r>
            <a:endParaRPr lang="en-US" sz="1600" dirty="0"/>
          </a:p>
        </p:txBody>
      </p:sp>
      <p:sp>
        <p:nvSpPr>
          <p:cNvPr id="5" name="Text 0"/>
          <p:cNvSpPr/>
          <p:nvPr>
            <p:ph idx="100" type="title" hasCustomPrompt="1"/>
          </p:nvPr>
        </p:nvSpPr>
        <p:spPr>
          <a:xfrm>
            <a:off x="2743200" y="2331720"/>
            <a:ext cx="8778240" cy="1188720"/>
          </a:xfrm>
          <a:prstGeom prst="rect">
            <a:avLst/>
          </a:prstGeom>
          <a:noFill/>
          <a:ln/>
        </p:spPr>
        <p:txBody>
          <a:bodyPr wrap="square" lIns="0" tIns="0" rIns="0" bIns="0" rtlCol="0" anchor="b"/>
          <a:lstStyle/>
          <a:p>
            <a:pPr algn="l" indent="0" marL="0">
              <a:buNone/>
            </a:pPr>
            <a:r>
              <a:rPr lang="en-US" sz="4000" b="1" dirty="0">
                <a:solidFill>
                  <a:schemeClr val="bg1"/>
                </a:solidFill>
              </a:rPr>
              <a:t>프로는 이렇게 기획하고 만든다</a:t>
            </a:r>
            <a:endParaRPr lang="en-US" sz="4000" dirty="0"/>
          </a:p>
        </p:txBody>
      </p:sp>
      <p:sp>
        <p:nvSpPr>
          <p:cNvPr id="6" name="Text 0"/>
          <p:cNvSpPr/>
          <p:nvPr>
            <p:ph idx="101" type="body" hasCustomPrompt="1"/>
          </p:nvPr>
        </p:nvSpPr>
        <p:spPr>
          <a:xfrm>
            <a:off x="2743200" y="3611880"/>
            <a:ext cx="8778240" cy="1097280"/>
          </a:xfrm>
          <a:prstGeom prst="rect">
            <a:avLst/>
          </a:prstGeom>
          <a:noFill/>
          <a:ln/>
        </p:spPr>
        <p:txBody>
          <a:bodyPr wrap="square" lIns="0" tIns="0" rIns="0" bIns="0" rtlCol="0" anchor="t"/>
          <a:lstStyle/>
          <a:p>
            <a:pPr algn="l" indent="0" marL="0">
              <a:buNone/>
            </a:pPr>
            <a:r>
              <a:rPr lang="en-US" sz="1800" dirty="0">
                <a:solidFill>
                  <a:schemeClr val="accent6"/>
                </a:solidFill>
              </a:rPr>
              <a:t>11:00–11:50 · 윤성원 PD(스튜디오 솔파)의 채널로 보는 프로의 제작 공정</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1097280" y="2011680"/>
            <a:ext cx="9966960" cy="1828800"/>
          </a:xfrm>
          <a:prstGeom prst="rect">
            <a:avLst/>
          </a:prstGeom>
          <a:noFill/>
          <a:ln/>
        </p:spPr>
        <p:txBody>
          <a:bodyPr wrap="square" lIns="0" tIns="0" rIns="0" bIns="0" rtlCol="0" anchor="ctr"/>
          <a:lstStyle/>
          <a:p>
            <a:pPr algn="ctr" indent="0" marL="0">
              <a:buNone/>
            </a:pPr>
            <a:r>
              <a:rPr lang="en-US" sz="4000" b="1" dirty="0">
                <a:solidFill>
                  <a:schemeClr val="bg1"/>
                </a:solidFill>
              </a:rPr>
              <a:t>리센느를 아는 사람?</a:t>
            </a:r>
            <a:endParaRPr lang="en-US" sz="4000" dirty="0"/>
          </a:p>
        </p:txBody>
      </p:sp>
      <p:sp>
        <p:nvSpPr>
          <p:cNvPr id="3" name="Text 0"/>
          <p:cNvSpPr/>
          <p:nvPr>
            <p:ph idx="101" type="body" hasCustomPrompt="1"/>
          </p:nvPr>
        </p:nvSpPr>
        <p:spPr>
          <a:xfrm>
            <a:off x="1097280" y="3977640"/>
            <a:ext cx="9966960" cy="1097280"/>
          </a:xfrm>
          <a:prstGeom prst="rect">
            <a:avLst/>
          </a:prstGeom>
          <a:noFill/>
          <a:ln/>
        </p:spPr>
        <p:txBody>
          <a:bodyPr wrap="square" lIns="0" tIns="0" rIns="0" bIns="0" rtlCol="0" anchor="t"/>
          <a:lstStyle/>
          <a:p>
            <a:pPr algn="ctr" indent="0" marL="0">
              <a:buNone/>
            </a:pPr>
            <a:r>
              <a:rPr lang="en-US" sz="1800" dirty="0">
                <a:solidFill>
                  <a:schemeClr val="accent6"/>
                </a:solidFill>
              </a:rPr>
              <a:t>몰라도 "곰"이나 "거제" 영상은 본 적 있지 않나요</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프로 제작 공정 7단계</a:t>
            </a:r>
            <a:endParaRPr lang="en-US" sz="3000" dirty="0"/>
          </a:p>
        </p:txBody>
      </p:sp>
      <p:sp>
        <p:nvSpPr>
          <p:cNvPr id="4" name="Shape 1"/>
          <p:cNvSpPr/>
          <p:nvPr/>
        </p:nvSpPr>
        <p:spPr>
          <a:xfrm>
            <a:off x="548640" y="1645920"/>
            <a:ext cx="1389888" cy="2743200"/>
          </a:xfrm>
          <a:prstGeom prst="roundRect">
            <a:avLst>
              <a:gd name="adj" fmla="val 7895"/>
            </a:avLst>
          </a:prstGeom>
          <a:solidFill>
            <a:schemeClr val="bg2"/>
          </a:solidFill>
          <a:ln/>
        </p:spPr>
      </p:sp>
      <p:sp>
        <p:nvSpPr>
          <p:cNvPr id="5" name="Shape 2"/>
          <p:cNvSpPr/>
          <p:nvPr/>
        </p:nvSpPr>
        <p:spPr>
          <a:xfrm>
            <a:off x="969264" y="1828800"/>
            <a:ext cx="548640" cy="548640"/>
          </a:xfrm>
          <a:prstGeom prst="ellipse">
            <a:avLst/>
          </a:prstGeom>
          <a:solidFill>
            <a:schemeClr val="accent2"/>
          </a:solidFill>
          <a:ln/>
        </p:spPr>
      </p:sp>
      <p:sp>
        <p:nvSpPr>
          <p:cNvPr id="6" name="Text 3"/>
          <p:cNvSpPr txBox="1"/>
          <p:nvPr/>
        </p:nvSpPr>
        <p:spPr>
          <a:xfrm>
            <a:off x="969264" y="1828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594360" y="2514600"/>
            <a:ext cx="1298448" cy="685800"/>
          </a:xfrm>
          <a:prstGeom prst="rect">
            <a:avLst/>
          </a:prstGeom>
          <a:noFill/>
          <a:ln/>
        </p:spPr>
        <p:txBody>
          <a:bodyPr wrap="square" lIns="0" tIns="0" rIns="0" bIns="0" rtlCol="0" anchor="ctr"/>
          <a:lstStyle/>
          <a:p>
            <a:pPr algn="ctr" indent="0" marL="0">
              <a:buNone/>
            </a:pPr>
            <a:r>
              <a:rPr lang="en-US" sz="1600" b="1" dirty="0">
                <a:solidFill>
                  <a:schemeClr val="tx2"/>
                </a:solidFill>
              </a:rPr>
              <a:t>기획</a:t>
            </a:r>
            <a:endParaRPr lang="en-US" sz="1600" dirty="0"/>
          </a:p>
        </p:txBody>
      </p:sp>
      <p:sp>
        <p:nvSpPr>
          <p:cNvPr id="8" name="Text 5"/>
          <p:cNvSpPr txBox="1"/>
          <p:nvPr/>
        </p:nvSpPr>
        <p:spPr>
          <a:xfrm>
            <a:off x="640080" y="3246120"/>
            <a:ext cx="1207008" cy="685800"/>
          </a:xfrm>
          <a:prstGeom prst="rect">
            <a:avLst/>
          </a:prstGeom>
          <a:noFill/>
          <a:ln/>
        </p:spPr>
        <p:txBody>
          <a:bodyPr wrap="square" lIns="0" tIns="0" rIns="0" bIns="0" rtlCol="0" anchor="t"/>
          <a:lstStyle/>
          <a:p>
            <a:pPr algn="ctr" indent="0" marL="0">
              <a:buNone/>
            </a:pPr>
            <a:r>
              <a:rPr lang="en-US" sz="1200" dirty="0">
                <a:solidFill>
                  <a:schemeClr val="tx1"/>
                </a:solidFill>
              </a:rPr>
              <a:t>누구에게·무엇을·왜</a:t>
            </a:r>
            <a:endParaRPr lang="en-US" sz="1200" dirty="0"/>
          </a:p>
        </p:txBody>
      </p:sp>
      <p:sp>
        <p:nvSpPr>
          <p:cNvPr id="9" name="Text 6"/>
          <p:cNvSpPr txBox="1"/>
          <p:nvPr/>
        </p:nvSpPr>
        <p:spPr>
          <a:xfrm>
            <a:off x="640080" y="3977640"/>
            <a:ext cx="1207008" cy="274320"/>
          </a:xfrm>
          <a:prstGeom prst="rect">
            <a:avLst/>
          </a:prstGeom>
          <a:noFill/>
          <a:ln/>
        </p:spPr>
        <p:txBody>
          <a:bodyPr wrap="square" lIns="0" tIns="0" rIns="0" bIns="0" rtlCol="0" anchor="t"/>
          <a:lstStyle/>
          <a:p>
            <a:pPr algn="ctr" indent="0" marL="0">
              <a:buNone/>
            </a:pPr>
            <a:r>
              <a:rPr lang="en-US" sz="1200" b="1" dirty="0">
                <a:solidFill>
                  <a:schemeClr val="accent5"/>
                </a:solidFill>
              </a:rPr>
              <a:t>2회</a:t>
            </a:r>
            <a:endParaRPr lang="en-US" sz="1200" dirty="0"/>
          </a:p>
        </p:txBody>
      </p:sp>
      <p:sp>
        <p:nvSpPr>
          <p:cNvPr id="10" name="Shape 7"/>
          <p:cNvSpPr/>
          <p:nvPr/>
        </p:nvSpPr>
        <p:spPr>
          <a:xfrm>
            <a:off x="1956816" y="3017520"/>
            <a:ext cx="192024" cy="0"/>
          </a:xfrm>
          <a:prstGeom prst="line">
            <a:avLst/>
          </a:prstGeom>
          <a:noFill/>
          <a:ln w="19050">
            <a:solidFill>
              <a:schemeClr val="accent5"/>
            </a:solidFill>
            <a:prstDash val="solid"/>
            <a:tailEnd type="triangle"/>
          </a:ln>
        </p:spPr>
      </p:sp>
      <p:sp>
        <p:nvSpPr>
          <p:cNvPr id="11" name="Shape 8"/>
          <p:cNvSpPr/>
          <p:nvPr/>
        </p:nvSpPr>
        <p:spPr>
          <a:xfrm>
            <a:off x="2167128" y="1645920"/>
            <a:ext cx="1389888" cy="2743200"/>
          </a:xfrm>
          <a:prstGeom prst="roundRect">
            <a:avLst>
              <a:gd name="adj" fmla="val 7895"/>
            </a:avLst>
          </a:prstGeom>
          <a:solidFill>
            <a:schemeClr val="bg2"/>
          </a:solidFill>
          <a:ln/>
        </p:spPr>
      </p:sp>
      <p:sp>
        <p:nvSpPr>
          <p:cNvPr id="12" name="Shape 9"/>
          <p:cNvSpPr/>
          <p:nvPr/>
        </p:nvSpPr>
        <p:spPr>
          <a:xfrm>
            <a:off x="2587752" y="1828800"/>
            <a:ext cx="548640" cy="548640"/>
          </a:xfrm>
          <a:prstGeom prst="ellipse">
            <a:avLst/>
          </a:prstGeom>
          <a:solidFill>
            <a:schemeClr val="accent2"/>
          </a:solidFill>
          <a:ln/>
        </p:spPr>
      </p:sp>
      <p:sp>
        <p:nvSpPr>
          <p:cNvPr id="13" name="Text 10"/>
          <p:cNvSpPr txBox="1"/>
          <p:nvPr/>
        </p:nvSpPr>
        <p:spPr>
          <a:xfrm>
            <a:off x="2587752" y="1828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4" name="Text 11"/>
          <p:cNvSpPr txBox="1"/>
          <p:nvPr/>
        </p:nvSpPr>
        <p:spPr>
          <a:xfrm>
            <a:off x="2212848" y="2514600"/>
            <a:ext cx="1298448" cy="685800"/>
          </a:xfrm>
          <a:prstGeom prst="rect">
            <a:avLst/>
          </a:prstGeom>
          <a:noFill/>
          <a:ln/>
        </p:spPr>
        <p:txBody>
          <a:bodyPr wrap="square" lIns="0" tIns="0" rIns="0" bIns="0" rtlCol="0" anchor="ctr"/>
          <a:lstStyle/>
          <a:p>
            <a:pPr algn="ctr" indent="0" marL="0">
              <a:buNone/>
            </a:pPr>
            <a:r>
              <a:rPr lang="en-US" sz="1600" b="1" dirty="0">
                <a:solidFill>
                  <a:schemeClr val="tx2"/>
                </a:solidFill>
              </a:rPr>
              <a:t>프리</a:t>
            </a:r>
            <a:endParaRPr lang="en-US" sz="1600" dirty="0"/>
          </a:p>
          <a:p>
            <a:pPr algn="ctr" indent="0" marL="0">
              <a:buNone/>
            </a:pPr>
            <a:r>
              <a:rPr lang="en-US" sz="1600" b="1" dirty="0">
                <a:solidFill>
                  <a:schemeClr val="tx2"/>
                </a:solidFill>
              </a:rPr>
              <a:t>프로덕션</a:t>
            </a:r>
            <a:endParaRPr lang="en-US" sz="1600" dirty="0"/>
          </a:p>
        </p:txBody>
      </p:sp>
      <p:sp>
        <p:nvSpPr>
          <p:cNvPr id="15" name="Text 12"/>
          <p:cNvSpPr txBox="1"/>
          <p:nvPr/>
        </p:nvSpPr>
        <p:spPr>
          <a:xfrm>
            <a:off x="2258568" y="3246120"/>
            <a:ext cx="1207008" cy="685800"/>
          </a:xfrm>
          <a:prstGeom prst="rect">
            <a:avLst/>
          </a:prstGeom>
          <a:noFill/>
          <a:ln/>
        </p:spPr>
        <p:txBody>
          <a:bodyPr wrap="square" lIns="0" tIns="0" rIns="0" bIns="0" rtlCol="0" anchor="t"/>
          <a:lstStyle/>
          <a:p>
            <a:pPr algn="ctr" indent="0" marL="0">
              <a:buNone/>
            </a:pPr>
            <a:r>
              <a:rPr lang="en-US" sz="1200" dirty="0">
                <a:solidFill>
                  <a:schemeClr val="tx1"/>
                </a:solidFill>
              </a:rPr>
              <a:t>대본·콘티·장소·소품</a:t>
            </a:r>
            <a:endParaRPr lang="en-US" sz="1200" dirty="0"/>
          </a:p>
        </p:txBody>
      </p:sp>
      <p:sp>
        <p:nvSpPr>
          <p:cNvPr id="16" name="Text 13"/>
          <p:cNvSpPr txBox="1"/>
          <p:nvPr/>
        </p:nvSpPr>
        <p:spPr>
          <a:xfrm>
            <a:off x="2258568" y="3977640"/>
            <a:ext cx="1207008" cy="274320"/>
          </a:xfrm>
          <a:prstGeom prst="rect">
            <a:avLst/>
          </a:prstGeom>
          <a:noFill/>
          <a:ln/>
        </p:spPr>
        <p:txBody>
          <a:bodyPr wrap="square" lIns="0" tIns="0" rIns="0" bIns="0" rtlCol="0" anchor="t"/>
          <a:lstStyle/>
          <a:p>
            <a:pPr algn="ctr" indent="0" marL="0">
              <a:buNone/>
            </a:pPr>
            <a:r>
              <a:rPr lang="en-US" sz="1200" b="1" dirty="0">
                <a:solidFill>
                  <a:schemeClr val="accent5"/>
                </a:solidFill>
              </a:rPr>
              <a:t>2회</a:t>
            </a:r>
            <a:endParaRPr lang="en-US" sz="1200" dirty="0"/>
          </a:p>
        </p:txBody>
      </p:sp>
      <p:sp>
        <p:nvSpPr>
          <p:cNvPr id="17" name="Shape 14"/>
          <p:cNvSpPr/>
          <p:nvPr/>
        </p:nvSpPr>
        <p:spPr>
          <a:xfrm>
            <a:off x="3575304" y="3017520"/>
            <a:ext cx="192024" cy="0"/>
          </a:xfrm>
          <a:prstGeom prst="line">
            <a:avLst/>
          </a:prstGeom>
          <a:noFill/>
          <a:ln w="19050">
            <a:solidFill>
              <a:schemeClr val="accent5"/>
            </a:solidFill>
            <a:prstDash val="solid"/>
            <a:tailEnd type="triangle"/>
          </a:ln>
        </p:spPr>
      </p:sp>
      <p:sp>
        <p:nvSpPr>
          <p:cNvPr id="18" name="Shape 15"/>
          <p:cNvSpPr/>
          <p:nvPr/>
        </p:nvSpPr>
        <p:spPr>
          <a:xfrm>
            <a:off x="3785616" y="1645920"/>
            <a:ext cx="1389888" cy="2743200"/>
          </a:xfrm>
          <a:prstGeom prst="roundRect">
            <a:avLst>
              <a:gd name="adj" fmla="val 7895"/>
            </a:avLst>
          </a:prstGeom>
          <a:solidFill>
            <a:schemeClr val="accent6"/>
          </a:solidFill>
          <a:ln w="25400">
            <a:solidFill>
              <a:schemeClr val="accent1"/>
            </a:solidFill>
            <a:prstDash val="solid"/>
          </a:ln>
        </p:spPr>
      </p:sp>
      <p:sp>
        <p:nvSpPr>
          <p:cNvPr id="19" name="Shape 16"/>
          <p:cNvSpPr/>
          <p:nvPr/>
        </p:nvSpPr>
        <p:spPr>
          <a:xfrm>
            <a:off x="4206240" y="1828800"/>
            <a:ext cx="548640" cy="548640"/>
          </a:xfrm>
          <a:prstGeom prst="ellipse">
            <a:avLst/>
          </a:prstGeom>
          <a:solidFill>
            <a:schemeClr val="accent3"/>
          </a:solidFill>
          <a:ln/>
        </p:spPr>
      </p:sp>
      <p:sp>
        <p:nvSpPr>
          <p:cNvPr id="20" name="Text 17"/>
          <p:cNvSpPr txBox="1"/>
          <p:nvPr/>
        </p:nvSpPr>
        <p:spPr>
          <a:xfrm>
            <a:off x="4206240" y="1828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1" name="Text 18"/>
          <p:cNvSpPr txBox="1"/>
          <p:nvPr/>
        </p:nvSpPr>
        <p:spPr>
          <a:xfrm>
            <a:off x="3831336" y="2514600"/>
            <a:ext cx="1298448" cy="685800"/>
          </a:xfrm>
          <a:prstGeom prst="rect">
            <a:avLst/>
          </a:prstGeom>
          <a:noFill/>
          <a:ln/>
        </p:spPr>
        <p:txBody>
          <a:bodyPr wrap="square" lIns="0" tIns="0" rIns="0" bIns="0" rtlCol="0" anchor="ctr"/>
          <a:lstStyle/>
          <a:p>
            <a:pPr algn="ctr" indent="0" marL="0">
              <a:buNone/>
            </a:pPr>
            <a:r>
              <a:rPr lang="en-US" sz="1600" b="1" dirty="0">
                <a:solidFill>
                  <a:schemeClr val="tx2"/>
                </a:solidFill>
              </a:rPr>
              <a:t>촬영</a:t>
            </a:r>
            <a:endParaRPr lang="en-US" sz="1600" dirty="0"/>
          </a:p>
        </p:txBody>
      </p:sp>
      <p:sp>
        <p:nvSpPr>
          <p:cNvPr id="22" name="Text 19"/>
          <p:cNvSpPr txBox="1"/>
          <p:nvPr/>
        </p:nvSpPr>
        <p:spPr>
          <a:xfrm>
            <a:off x="3877056" y="3246120"/>
            <a:ext cx="1207008" cy="685800"/>
          </a:xfrm>
          <a:prstGeom prst="rect">
            <a:avLst/>
          </a:prstGeom>
          <a:noFill/>
          <a:ln/>
        </p:spPr>
        <p:txBody>
          <a:bodyPr wrap="square" lIns="0" tIns="0" rIns="0" bIns="0" rtlCol="0" anchor="t"/>
          <a:lstStyle/>
          <a:p>
            <a:pPr algn="ctr" indent="0" marL="0">
              <a:buNone/>
            </a:pPr>
            <a:r>
              <a:rPr lang="en-US" sz="1200" dirty="0">
                <a:solidFill>
                  <a:schemeClr val="tx1"/>
                </a:solidFill>
              </a:rPr>
              <a:t>빛·소리·샷</a:t>
            </a:r>
            <a:endParaRPr lang="en-US" sz="1200" dirty="0"/>
          </a:p>
        </p:txBody>
      </p:sp>
      <p:sp>
        <p:nvSpPr>
          <p:cNvPr id="23" name="Text 20"/>
          <p:cNvSpPr txBox="1"/>
          <p:nvPr/>
        </p:nvSpPr>
        <p:spPr>
          <a:xfrm>
            <a:off x="3877056" y="3977640"/>
            <a:ext cx="1207008" cy="274320"/>
          </a:xfrm>
          <a:prstGeom prst="rect">
            <a:avLst/>
          </a:prstGeom>
          <a:noFill/>
          <a:ln/>
        </p:spPr>
        <p:txBody>
          <a:bodyPr wrap="square" lIns="0" tIns="0" rIns="0" bIns="0" rtlCol="0" anchor="t"/>
          <a:lstStyle/>
          <a:p>
            <a:pPr algn="ctr" indent="0" marL="0">
              <a:buNone/>
            </a:pPr>
            <a:r>
              <a:rPr lang="en-US" sz="1200" b="1" dirty="0">
                <a:solidFill>
                  <a:schemeClr val="accent3"/>
                </a:solidFill>
              </a:rPr>
              <a:t>오늘</a:t>
            </a:r>
            <a:endParaRPr lang="en-US" sz="1200" dirty="0"/>
          </a:p>
        </p:txBody>
      </p:sp>
      <p:sp>
        <p:nvSpPr>
          <p:cNvPr id="24" name="Shape 21"/>
          <p:cNvSpPr/>
          <p:nvPr/>
        </p:nvSpPr>
        <p:spPr>
          <a:xfrm>
            <a:off x="5193792" y="3017520"/>
            <a:ext cx="192024" cy="0"/>
          </a:xfrm>
          <a:prstGeom prst="line">
            <a:avLst/>
          </a:prstGeom>
          <a:noFill/>
          <a:ln w="19050">
            <a:solidFill>
              <a:schemeClr val="accent5"/>
            </a:solidFill>
            <a:prstDash val="solid"/>
            <a:tailEnd type="triangle"/>
          </a:ln>
        </p:spPr>
      </p:sp>
      <p:sp>
        <p:nvSpPr>
          <p:cNvPr id="25" name="Shape 22"/>
          <p:cNvSpPr/>
          <p:nvPr/>
        </p:nvSpPr>
        <p:spPr>
          <a:xfrm>
            <a:off x="5404104" y="1645920"/>
            <a:ext cx="1389888" cy="2743200"/>
          </a:xfrm>
          <a:prstGeom prst="roundRect">
            <a:avLst>
              <a:gd name="adj" fmla="val 7895"/>
            </a:avLst>
          </a:prstGeom>
          <a:solidFill>
            <a:schemeClr val="bg2"/>
          </a:solidFill>
          <a:ln/>
        </p:spPr>
      </p:sp>
      <p:sp>
        <p:nvSpPr>
          <p:cNvPr id="26" name="Shape 23"/>
          <p:cNvSpPr/>
          <p:nvPr/>
        </p:nvSpPr>
        <p:spPr>
          <a:xfrm>
            <a:off x="5824728" y="1828800"/>
            <a:ext cx="548640" cy="548640"/>
          </a:xfrm>
          <a:prstGeom prst="ellipse">
            <a:avLst/>
          </a:prstGeom>
          <a:solidFill>
            <a:schemeClr val="accent4"/>
          </a:solidFill>
          <a:ln/>
        </p:spPr>
      </p:sp>
      <p:sp>
        <p:nvSpPr>
          <p:cNvPr id="27" name="Text 24"/>
          <p:cNvSpPr txBox="1"/>
          <p:nvPr/>
        </p:nvSpPr>
        <p:spPr>
          <a:xfrm>
            <a:off x="5824728" y="1828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8" name="Text 25"/>
          <p:cNvSpPr txBox="1"/>
          <p:nvPr/>
        </p:nvSpPr>
        <p:spPr>
          <a:xfrm>
            <a:off x="5449824" y="2514600"/>
            <a:ext cx="1298448" cy="685800"/>
          </a:xfrm>
          <a:prstGeom prst="rect">
            <a:avLst/>
          </a:prstGeom>
          <a:noFill/>
          <a:ln/>
        </p:spPr>
        <p:txBody>
          <a:bodyPr wrap="square" lIns="0" tIns="0" rIns="0" bIns="0" rtlCol="0" anchor="ctr"/>
          <a:lstStyle/>
          <a:p>
            <a:pPr algn="ctr" indent="0" marL="0">
              <a:buNone/>
            </a:pPr>
            <a:r>
              <a:rPr lang="en-US" sz="1600" b="1" dirty="0">
                <a:solidFill>
                  <a:schemeClr val="tx2"/>
                </a:solidFill>
              </a:rPr>
              <a:t>편집</a:t>
            </a:r>
            <a:endParaRPr lang="en-US" sz="1600" dirty="0"/>
          </a:p>
        </p:txBody>
      </p:sp>
      <p:sp>
        <p:nvSpPr>
          <p:cNvPr id="29" name="Text 26"/>
          <p:cNvSpPr txBox="1"/>
          <p:nvPr/>
        </p:nvSpPr>
        <p:spPr>
          <a:xfrm>
            <a:off x="5495544" y="3246120"/>
            <a:ext cx="1207008" cy="685800"/>
          </a:xfrm>
          <a:prstGeom prst="rect">
            <a:avLst/>
          </a:prstGeom>
          <a:noFill/>
          <a:ln/>
        </p:spPr>
        <p:txBody>
          <a:bodyPr wrap="square" lIns="0" tIns="0" rIns="0" bIns="0" rtlCol="0" anchor="t"/>
          <a:lstStyle/>
          <a:p>
            <a:pPr algn="ctr" indent="0" marL="0">
              <a:buNone/>
            </a:pPr>
            <a:r>
              <a:rPr lang="en-US" sz="1200" dirty="0">
                <a:solidFill>
                  <a:schemeClr val="tx1"/>
                </a:solidFill>
              </a:rPr>
              <a:t>컷·자막·음악</a:t>
            </a:r>
            <a:endParaRPr lang="en-US" sz="1200" dirty="0"/>
          </a:p>
        </p:txBody>
      </p:sp>
      <p:sp>
        <p:nvSpPr>
          <p:cNvPr id="30" name="Text 27"/>
          <p:cNvSpPr txBox="1"/>
          <p:nvPr/>
        </p:nvSpPr>
        <p:spPr>
          <a:xfrm>
            <a:off x="5495544" y="3977640"/>
            <a:ext cx="1207008" cy="274320"/>
          </a:xfrm>
          <a:prstGeom prst="rect">
            <a:avLst/>
          </a:prstGeom>
          <a:noFill/>
          <a:ln/>
        </p:spPr>
        <p:txBody>
          <a:bodyPr wrap="square" lIns="0" tIns="0" rIns="0" bIns="0" rtlCol="0" anchor="t"/>
          <a:lstStyle/>
          <a:p>
            <a:pPr algn="ctr" indent="0" marL="0">
              <a:buNone/>
            </a:pPr>
            <a:r>
              <a:rPr lang="en-US" sz="1200" b="1" dirty="0">
                <a:solidFill>
                  <a:schemeClr val="accent5"/>
                </a:solidFill>
              </a:rPr>
              <a:t>3·4회</a:t>
            </a:r>
            <a:endParaRPr lang="en-US" sz="1200" dirty="0"/>
          </a:p>
        </p:txBody>
      </p:sp>
      <p:sp>
        <p:nvSpPr>
          <p:cNvPr id="31" name="Shape 28"/>
          <p:cNvSpPr/>
          <p:nvPr/>
        </p:nvSpPr>
        <p:spPr>
          <a:xfrm>
            <a:off x="6812280" y="3017520"/>
            <a:ext cx="192024" cy="0"/>
          </a:xfrm>
          <a:prstGeom prst="line">
            <a:avLst/>
          </a:prstGeom>
          <a:noFill/>
          <a:ln w="19050">
            <a:solidFill>
              <a:schemeClr val="accent5"/>
            </a:solidFill>
            <a:prstDash val="solid"/>
            <a:tailEnd type="triangle"/>
          </a:ln>
        </p:spPr>
      </p:sp>
      <p:sp>
        <p:nvSpPr>
          <p:cNvPr id="32" name="Shape 29"/>
          <p:cNvSpPr/>
          <p:nvPr/>
        </p:nvSpPr>
        <p:spPr>
          <a:xfrm>
            <a:off x="7022592" y="1645920"/>
            <a:ext cx="1389888" cy="2743200"/>
          </a:xfrm>
          <a:prstGeom prst="roundRect">
            <a:avLst>
              <a:gd name="adj" fmla="val 7895"/>
            </a:avLst>
          </a:prstGeom>
          <a:solidFill>
            <a:schemeClr val="bg2"/>
          </a:solidFill>
          <a:ln/>
        </p:spPr>
      </p:sp>
      <p:sp>
        <p:nvSpPr>
          <p:cNvPr id="33" name="Shape 30"/>
          <p:cNvSpPr/>
          <p:nvPr/>
        </p:nvSpPr>
        <p:spPr>
          <a:xfrm>
            <a:off x="7443216" y="1828800"/>
            <a:ext cx="548640" cy="548640"/>
          </a:xfrm>
          <a:prstGeom prst="ellipse">
            <a:avLst/>
          </a:prstGeom>
          <a:solidFill>
            <a:schemeClr val="accent4"/>
          </a:solidFill>
          <a:ln/>
        </p:spPr>
      </p:sp>
      <p:sp>
        <p:nvSpPr>
          <p:cNvPr id="34" name="Text 31"/>
          <p:cNvSpPr txBox="1"/>
          <p:nvPr/>
        </p:nvSpPr>
        <p:spPr>
          <a:xfrm>
            <a:off x="7443216" y="1828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35" name="Text 32"/>
          <p:cNvSpPr txBox="1"/>
          <p:nvPr/>
        </p:nvSpPr>
        <p:spPr>
          <a:xfrm>
            <a:off x="7068312" y="2514600"/>
            <a:ext cx="1298448" cy="685800"/>
          </a:xfrm>
          <a:prstGeom prst="rect">
            <a:avLst/>
          </a:prstGeom>
          <a:noFill/>
          <a:ln/>
        </p:spPr>
        <p:txBody>
          <a:bodyPr wrap="square" lIns="0" tIns="0" rIns="0" bIns="0" rtlCol="0" anchor="ctr"/>
          <a:lstStyle/>
          <a:p>
            <a:pPr algn="ctr" indent="0" marL="0">
              <a:buNone/>
            </a:pPr>
            <a:r>
              <a:rPr lang="en-US" sz="1600" b="1" dirty="0">
                <a:solidFill>
                  <a:schemeClr val="tx2"/>
                </a:solidFill>
              </a:rPr>
              <a:t>마스터링</a:t>
            </a:r>
            <a:endParaRPr lang="en-US" sz="1600" dirty="0"/>
          </a:p>
        </p:txBody>
      </p:sp>
      <p:sp>
        <p:nvSpPr>
          <p:cNvPr id="36" name="Text 33"/>
          <p:cNvSpPr txBox="1"/>
          <p:nvPr/>
        </p:nvSpPr>
        <p:spPr>
          <a:xfrm>
            <a:off x="7114032" y="3246120"/>
            <a:ext cx="1207008" cy="685800"/>
          </a:xfrm>
          <a:prstGeom prst="rect">
            <a:avLst/>
          </a:prstGeom>
          <a:noFill/>
          <a:ln/>
        </p:spPr>
        <p:txBody>
          <a:bodyPr wrap="square" lIns="0" tIns="0" rIns="0" bIns="0" rtlCol="0" anchor="t"/>
          <a:lstStyle/>
          <a:p>
            <a:pPr algn="ctr" indent="0" marL="0">
              <a:buNone/>
            </a:pPr>
            <a:r>
              <a:rPr lang="en-US" sz="1200" dirty="0">
                <a:solidFill>
                  <a:schemeClr val="tx1"/>
                </a:solidFill>
              </a:rPr>
              <a:t>음량·색·규격·검수</a:t>
            </a:r>
            <a:endParaRPr lang="en-US" sz="1200" dirty="0"/>
          </a:p>
        </p:txBody>
      </p:sp>
      <p:sp>
        <p:nvSpPr>
          <p:cNvPr id="37" name="Text 34"/>
          <p:cNvSpPr txBox="1"/>
          <p:nvPr/>
        </p:nvSpPr>
        <p:spPr>
          <a:xfrm>
            <a:off x="7114032" y="3977640"/>
            <a:ext cx="1207008" cy="274320"/>
          </a:xfrm>
          <a:prstGeom prst="rect">
            <a:avLst/>
          </a:prstGeom>
          <a:noFill/>
          <a:ln/>
        </p:spPr>
        <p:txBody>
          <a:bodyPr wrap="square" lIns="0" tIns="0" rIns="0" bIns="0" rtlCol="0" anchor="t"/>
          <a:lstStyle/>
          <a:p>
            <a:pPr algn="ctr" indent="0" marL="0">
              <a:buNone/>
            </a:pPr>
            <a:r>
              <a:rPr lang="en-US" sz="1200" b="1" dirty="0">
                <a:solidFill>
                  <a:schemeClr val="accent5"/>
                </a:solidFill>
              </a:rPr>
              <a:t>5회</a:t>
            </a:r>
            <a:endParaRPr lang="en-US" sz="1200" dirty="0"/>
          </a:p>
        </p:txBody>
      </p:sp>
      <p:sp>
        <p:nvSpPr>
          <p:cNvPr id="38" name="Shape 35"/>
          <p:cNvSpPr/>
          <p:nvPr/>
        </p:nvSpPr>
        <p:spPr>
          <a:xfrm>
            <a:off x="8430768" y="3017520"/>
            <a:ext cx="192024" cy="0"/>
          </a:xfrm>
          <a:prstGeom prst="line">
            <a:avLst/>
          </a:prstGeom>
          <a:noFill/>
          <a:ln w="19050">
            <a:solidFill>
              <a:schemeClr val="accent5"/>
            </a:solidFill>
            <a:prstDash val="solid"/>
            <a:tailEnd type="triangle"/>
          </a:ln>
        </p:spPr>
      </p:sp>
      <p:sp>
        <p:nvSpPr>
          <p:cNvPr id="39" name="Shape 36"/>
          <p:cNvSpPr/>
          <p:nvPr/>
        </p:nvSpPr>
        <p:spPr>
          <a:xfrm>
            <a:off x="8641080" y="1645920"/>
            <a:ext cx="1389888" cy="2743200"/>
          </a:xfrm>
          <a:prstGeom prst="roundRect">
            <a:avLst>
              <a:gd name="adj" fmla="val 7895"/>
            </a:avLst>
          </a:prstGeom>
          <a:solidFill>
            <a:schemeClr val="bg2"/>
          </a:solidFill>
          <a:ln/>
        </p:spPr>
      </p:sp>
      <p:sp>
        <p:nvSpPr>
          <p:cNvPr id="40" name="Shape 37"/>
          <p:cNvSpPr/>
          <p:nvPr/>
        </p:nvSpPr>
        <p:spPr>
          <a:xfrm>
            <a:off x="9061704" y="1828800"/>
            <a:ext cx="548640" cy="548640"/>
          </a:xfrm>
          <a:prstGeom prst="ellipse">
            <a:avLst/>
          </a:prstGeom>
          <a:solidFill>
            <a:schemeClr val="accent1"/>
          </a:solidFill>
          <a:ln/>
        </p:spPr>
      </p:sp>
      <p:sp>
        <p:nvSpPr>
          <p:cNvPr id="41" name="Text 38"/>
          <p:cNvSpPr txBox="1"/>
          <p:nvPr/>
        </p:nvSpPr>
        <p:spPr>
          <a:xfrm>
            <a:off x="9061704" y="1828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42" name="Text 39"/>
          <p:cNvSpPr txBox="1"/>
          <p:nvPr/>
        </p:nvSpPr>
        <p:spPr>
          <a:xfrm>
            <a:off x="8686800" y="2514600"/>
            <a:ext cx="1298448" cy="685800"/>
          </a:xfrm>
          <a:prstGeom prst="rect">
            <a:avLst/>
          </a:prstGeom>
          <a:noFill/>
          <a:ln/>
        </p:spPr>
        <p:txBody>
          <a:bodyPr wrap="square" lIns="0" tIns="0" rIns="0" bIns="0" rtlCol="0" anchor="ctr"/>
          <a:lstStyle/>
          <a:p>
            <a:pPr algn="ctr" indent="0" marL="0">
              <a:buNone/>
            </a:pPr>
            <a:r>
              <a:rPr lang="en-US" sz="1600" b="1" dirty="0">
                <a:solidFill>
                  <a:schemeClr val="tx2"/>
                </a:solidFill>
              </a:rPr>
              <a:t>발행</a:t>
            </a:r>
            <a:endParaRPr lang="en-US" sz="1600" dirty="0"/>
          </a:p>
        </p:txBody>
      </p:sp>
      <p:sp>
        <p:nvSpPr>
          <p:cNvPr id="43" name="Text 40"/>
          <p:cNvSpPr txBox="1"/>
          <p:nvPr/>
        </p:nvSpPr>
        <p:spPr>
          <a:xfrm>
            <a:off x="8732520" y="3246120"/>
            <a:ext cx="1207008" cy="685800"/>
          </a:xfrm>
          <a:prstGeom prst="rect">
            <a:avLst/>
          </a:prstGeom>
          <a:noFill/>
          <a:ln/>
        </p:spPr>
        <p:txBody>
          <a:bodyPr wrap="square" lIns="0" tIns="0" rIns="0" bIns="0" rtlCol="0" anchor="t"/>
          <a:lstStyle/>
          <a:p>
            <a:pPr algn="ctr" indent="0" marL="0">
              <a:buNone/>
            </a:pPr>
            <a:r>
              <a:rPr lang="en-US" sz="1200" dirty="0">
                <a:solidFill>
                  <a:schemeClr val="tx1"/>
                </a:solidFill>
              </a:rPr>
              <a:t>제목·썸네일·공개</a:t>
            </a:r>
            <a:endParaRPr lang="en-US" sz="1200" dirty="0"/>
          </a:p>
        </p:txBody>
      </p:sp>
      <p:sp>
        <p:nvSpPr>
          <p:cNvPr id="44" name="Text 41"/>
          <p:cNvSpPr txBox="1"/>
          <p:nvPr/>
        </p:nvSpPr>
        <p:spPr>
          <a:xfrm>
            <a:off x="8732520" y="3977640"/>
            <a:ext cx="1207008" cy="274320"/>
          </a:xfrm>
          <a:prstGeom prst="rect">
            <a:avLst/>
          </a:prstGeom>
          <a:noFill/>
          <a:ln/>
        </p:spPr>
        <p:txBody>
          <a:bodyPr wrap="square" lIns="0" tIns="0" rIns="0" bIns="0" rtlCol="0" anchor="t"/>
          <a:lstStyle/>
          <a:p>
            <a:pPr algn="ctr" indent="0" marL="0">
              <a:buNone/>
            </a:pPr>
            <a:r>
              <a:rPr lang="en-US" sz="1200" b="1" dirty="0">
                <a:solidFill>
                  <a:schemeClr val="accent5"/>
                </a:solidFill>
              </a:rPr>
              <a:t>2회</a:t>
            </a:r>
            <a:endParaRPr lang="en-US" sz="1200" dirty="0"/>
          </a:p>
        </p:txBody>
      </p:sp>
      <p:sp>
        <p:nvSpPr>
          <p:cNvPr id="45" name="Shape 42"/>
          <p:cNvSpPr/>
          <p:nvPr/>
        </p:nvSpPr>
        <p:spPr>
          <a:xfrm>
            <a:off x="10049256" y="3017520"/>
            <a:ext cx="192024" cy="0"/>
          </a:xfrm>
          <a:prstGeom prst="line">
            <a:avLst/>
          </a:prstGeom>
          <a:noFill/>
          <a:ln w="19050">
            <a:solidFill>
              <a:schemeClr val="accent5"/>
            </a:solidFill>
            <a:prstDash val="solid"/>
            <a:tailEnd type="triangle"/>
          </a:ln>
        </p:spPr>
      </p:sp>
      <p:sp>
        <p:nvSpPr>
          <p:cNvPr id="46" name="Shape 43"/>
          <p:cNvSpPr/>
          <p:nvPr/>
        </p:nvSpPr>
        <p:spPr>
          <a:xfrm>
            <a:off x="10259568" y="1645920"/>
            <a:ext cx="1389888" cy="2743200"/>
          </a:xfrm>
          <a:prstGeom prst="roundRect">
            <a:avLst>
              <a:gd name="adj" fmla="val 7895"/>
            </a:avLst>
          </a:prstGeom>
          <a:solidFill>
            <a:schemeClr val="bg2"/>
          </a:solidFill>
          <a:ln/>
        </p:spPr>
      </p:sp>
      <p:sp>
        <p:nvSpPr>
          <p:cNvPr id="47" name="Shape 44"/>
          <p:cNvSpPr/>
          <p:nvPr/>
        </p:nvSpPr>
        <p:spPr>
          <a:xfrm>
            <a:off x="10680192" y="1828800"/>
            <a:ext cx="548640" cy="548640"/>
          </a:xfrm>
          <a:prstGeom prst="ellipse">
            <a:avLst/>
          </a:prstGeom>
          <a:solidFill>
            <a:schemeClr val="accent1"/>
          </a:solidFill>
          <a:ln/>
        </p:spPr>
      </p:sp>
      <p:sp>
        <p:nvSpPr>
          <p:cNvPr id="48" name="Text 45"/>
          <p:cNvSpPr txBox="1"/>
          <p:nvPr/>
        </p:nvSpPr>
        <p:spPr>
          <a:xfrm>
            <a:off x="10680192" y="18288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49" name="Text 46"/>
          <p:cNvSpPr txBox="1"/>
          <p:nvPr/>
        </p:nvSpPr>
        <p:spPr>
          <a:xfrm>
            <a:off x="10305288" y="2514600"/>
            <a:ext cx="1298448" cy="685800"/>
          </a:xfrm>
          <a:prstGeom prst="rect">
            <a:avLst/>
          </a:prstGeom>
          <a:noFill/>
          <a:ln/>
        </p:spPr>
        <p:txBody>
          <a:bodyPr wrap="square" lIns="0" tIns="0" rIns="0" bIns="0" rtlCol="0" anchor="ctr"/>
          <a:lstStyle/>
          <a:p>
            <a:pPr algn="ctr" indent="0" marL="0">
              <a:buNone/>
            </a:pPr>
            <a:r>
              <a:rPr lang="en-US" sz="1600" b="1" dirty="0">
                <a:solidFill>
                  <a:schemeClr val="tx2"/>
                </a:solidFill>
              </a:rPr>
              <a:t>분석</a:t>
            </a:r>
            <a:endParaRPr lang="en-US" sz="1600" dirty="0"/>
          </a:p>
        </p:txBody>
      </p:sp>
      <p:sp>
        <p:nvSpPr>
          <p:cNvPr id="50" name="Text 47"/>
          <p:cNvSpPr txBox="1"/>
          <p:nvPr/>
        </p:nvSpPr>
        <p:spPr>
          <a:xfrm>
            <a:off x="10351008" y="3246120"/>
            <a:ext cx="1207008" cy="685800"/>
          </a:xfrm>
          <a:prstGeom prst="rect">
            <a:avLst/>
          </a:prstGeom>
          <a:noFill/>
          <a:ln/>
        </p:spPr>
        <p:txBody>
          <a:bodyPr wrap="square" lIns="0" tIns="0" rIns="0" bIns="0" rtlCol="0" anchor="t"/>
          <a:lstStyle/>
          <a:p>
            <a:pPr algn="ctr" indent="0" marL="0">
              <a:buNone/>
            </a:pPr>
            <a:r>
              <a:rPr lang="en-US" sz="1200" dirty="0">
                <a:solidFill>
                  <a:schemeClr val="tx1"/>
                </a:solidFill>
              </a:rPr>
              <a:t>지표 → 다음 기획</a:t>
            </a:r>
            <a:endParaRPr lang="en-US" sz="1200" dirty="0"/>
          </a:p>
        </p:txBody>
      </p:sp>
      <p:sp>
        <p:nvSpPr>
          <p:cNvPr id="51" name="Text 48"/>
          <p:cNvSpPr txBox="1"/>
          <p:nvPr/>
        </p:nvSpPr>
        <p:spPr>
          <a:xfrm>
            <a:off x="10351008" y="3977640"/>
            <a:ext cx="1207008" cy="274320"/>
          </a:xfrm>
          <a:prstGeom prst="rect">
            <a:avLst/>
          </a:prstGeom>
          <a:noFill/>
          <a:ln/>
        </p:spPr>
        <p:txBody>
          <a:bodyPr wrap="square" lIns="0" tIns="0" rIns="0" bIns="0" rtlCol="0" anchor="t"/>
          <a:lstStyle/>
          <a:p>
            <a:pPr algn="ctr" indent="0" marL="0">
              <a:buNone/>
            </a:pPr>
            <a:r>
              <a:rPr lang="en-US" sz="1200" b="1" dirty="0">
                <a:solidFill>
                  <a:schemeClr val="accent5"/>
                </a:solidFill>
              </a:rPr>
              <a:t>5회</a:t>
            </a:r>
            <a:endParaRPr lang="en-US" sz="1200" dirty="0"/>
          </a:p>
        </p:txBody>
      </p:sp>
      <p:sp>
        <p:nvSpPr>
          <p:cNvPr id="52" name="Shape 49"/>
          <p:cNvSpPr/>
          <p:nvPr/>
        </p:nvSpPr>
        <p:spPr>
          <a:xfrm>
            <a:off x="548640" y="4846320"/>
            <a:ext cx="11064240" cy="502920"/>
          </a:xfrm>
          <a:prstGeom prst="roundRect">
            <a:avLst>
              <a:gd name="adj" fmla="val 18182"/>
            </a:avLst>
          </a:prstGeom>
          <a:solidFill>
            <a:schemeClr val="accent6"/>
          </a:solidFill>
          <a:ln/>
        </p:spPr>
      </p:sp>
      <p:sp>
        <p:nvSpPr>
          <p:cNvPr id="53" name="Text 50"/>
          <p:cNvSpPr txBox="1"/>
          <p:nvPr/>
        </p:nvSpPr>
        <p:spPr>
          <a:xfrm>
            <a:off x="777240" y="484632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오늘은 3단계 '촬영'의 기초. 아래 숫자는 각 단계를 깊게 배우는 회차입니다</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사례 1 · 안원잘부는 거절당한 기획안에서 시작됐다</a:t>
            </a:r>
            <a:endParaRPr lang="en-US" sz="3000" dirty="0"/>
          </a:p>
        </p:txBody>
      </p:sp>
      <p:sp>
        <p:nvSpPr>
          <p:cNvPr id="4" name="Shape 1"/>
          <p:cNvSpPr/>
          <p:nvPr/>
        </p:nvSpPr>
        <p:spPr>
          <a:xfrm>
            <a:off x="548640" y="1444752"/>
            <a:ext cx="566928" cy="566928"/>
          </a:xfrm>
          <a:prstGeom prst="ellipse">
            <a:avLst/>
          </a:prstGeom>
          <a:solidFill>
            <a:schemeClr val="accent3"/>
          </a:solidFill>
          <a:ln/>
        </p:spPr>
      </p:sp>
      <p:sp>
        <p:nvSpPr>
          <p:cNvPr id="5" name="Text 2"/>
          <p:cNvSpPr txBox="1"/>
          <p:nvPr/>
        </p:nvSpPr>
        <p:spPr>
          <a:xfrm>
            <a:off x="548640" y="1444752"/>
            <a:ext cx="566928" cy="566928"/>
          </a:xfrm>
          <a:prstGeom prst="rect">
            <a:avLst/>
          </a:prstGeom>
          <a:noFill/>
          <a:ln/>
        </p:spPr>
        <p:txBody>
          <a:bodyPr wrap="square" lIns="0" tIns="0" rIns="0" bIns="0" rtlCol="0" anchor="ctr"/>
          <a:lstStyle/>
          <a:p>
            <a:pPr algn="ctr" indent="0" marL="0">
              <a:buNone/>
            </a:pPr>
            <a:r>
              <a:rPr lang="en-US" sz="1200" b="1" dirty="0">
                <a:solidFill>
                  <a:schemeClr val="bg1"/>
                </a:solidFill>
              </a:rPr>
              <a:t>기획</a:t>
            </a:r>
            <a:endParaRPr lang="en-US" sz="1200" dirty="0"/>
          </a:p>
        </p:txBody>
      </p:sp>
      <p:sp>
        <p:nvSpPr>
          <p:cNvPr id="6" name="Shape 3"/>
          <p:cNvSpPr/>
          <p:nvPr/>
        </p:nvSpPr>
        <p:spPr>
          <a:xfrm>
            <a:off x="1325880" y="1371600"/>
            <a:ext cx="10287000" cy="713232"/>
          </a:xfrm>
          <a:prstGeom prst="roundRect">
            <a:avLst>
              <a:gd name="adj" fmla="val 15385"/>
            </a:avLst>
          </a:prstGeom>
          <a:solidFill>
            <a:schemeClr val="bg2"/>
          </a:solidFill>
          <a:ln/>
        </p:spPr>
      </p:sp>
      <p:sp>
        <p:nvSpPr>
          <p:cNvPr id="7" name="Text 4"/>
          <p:cNvSpPr txBox="1"/>
          <p:nvPr/>
        </p:nvSpPr>
        <p:spPr>
          <a:xfrm>
            <a:off x="1554480" y="1371600"/>
            <a:ext cx="5669280" cy="713232"/>
          </a:xfrm>
          <a:prstGeom prst="rect">
            <a:avLst/>
          </a:prstGeom>
          <a:noFill/>
          <a:ln/>
        </p:spPr>
        <p:txBody>
          <a:bodyPr wrap="square" lIns="0" tIns="0" rIns="0" bIns="0" rtlCol="0" anchor="ctr"/>
          <a:lstStyle/>
          <a:p>
            <a:pPr indent="0" marL="0">
              <a:buNone/>
            </a:pPr>
            <a:r>
              <a:rPr lang="en-US" sz="1600" b="1" dirty="0">
                <a:solidFill>
                  <a:schemeClr val="tx2"/>
                </a:solidFill>
              </a:rPr>
              <a:t>외부 기획안에 원이를 호스트로 제안 → 탈락</a:t>
            </a:r>
            <a:endParaRPr lang="en-US" sz="1600" dirty="0"/>
          </a:p>
        </p:txBody>
      </p:sp>
      <p:sp>
        <p:nvSpPr>
          <p:cNvPr id="8" name="Text 5"/>
          <p:cNvSpPr txBox="1"/>
          <p:nvPr/>
        </p:nvSpPr>
        <p:spPr>
          <a:xfrm>
            <a:off x="7315200" y="1371600"/>
            <a:ext cx="4114800" cy="713232"/>
          </a:xfrm>
          <a:prstGeom prst="rect">
            <a:avLst/>
          </a:prstGeom>
          <a:noFill/>
          <a:ln/>
        </p:spPr>
        <p:txBody>
          <a:bodyPr wrap="square" lIns="0" tIns="0" rIns="0" bIns="0" rtlCol="0" anchor="ctr"/>
          <a:lstStyle/>
          <a:p>
            <a:pPr indent="0" marL="0">
              <a:buNone/>
            </a:pPr>
            <a:r>
              <a:rPr lang="en-US" sz="1400" dirty="0">
                <a:solidFill>
                  <a:schemeClr val="accent5"/>
                </a:solidFill>
              </a:rPr>
              <a:t>"이거 안 되면 내가 해야겠다"</a:t>
            </a:r>
            <a:endParaRPr lang="en-US" sz="1400" dirty="0"/>
          </a:p>
        </p:txBody>
      </p:sp>
      <p:sp>
        <p:nvSpPr>
          <p:cNvPr id="9" name="Shape 6"/>
          <p:cNvSpPr/>
          <p:nvPr/>
        </p:nvSpPr>
        <p:spPr>
          <a:xfrm>
            <a:off x="548640" y="2295144"/>
            <a:ext cx="566928" cy="566928"/>
          </a:xfrm>
          <a:prstGeom prst="ellipse">
            <a:avLst/>
          </a:prstGeom>
          <a:solidFill>
            <a:schemeClr val="accent2"/>
          </a:solidFill>
          <a:ln/>
        </p:spPr>
      </p:sp>
      <p:sp>
        <p:nvSpPr>
          <p:cNvPr id="10" name="Text 7"/>
          <p:cNvSpPr txBox="1"/>
          <p:nvPr/>
        </p:nvSpPr>
        <p:spPr>
          <a:xfrm>
            <a:off x="548640" y="2295144"/>
            <a:ext cx="566928" cy="566928"/>
          </a:xfrm>
          <a:prstGeom prst="rect">
            <a:avLst/>
          </a:prstGeom>
          <a:noFill/>
          <a:ln/>
        </p:spPr>
        <p:txBody>
          <a:bodyPr wrap="square" lIns="0" tIns="0" rIns="0" bIns="0" rtlCol="0" anchor="ctr"/>
          <a:lstStyle/>
          <a:p>
            <a:pPr algn="ctr" indent="0" marL="0">
              <a:buNone/>
            </a:pPr>
            <a:r>
              <a:rPr lang="en-US" sz="1200" b="1" dirty="0">
                <a:solidFill>
                  <a:schemeClr val="bg1"/>
                </a:solidFill>
              </a:rPr>
              <a:t>촬영</a:t>
            </a:r>
            <a:endParaRPr lang="en-US" sz="1200" dirty="0"/>
          </a:p>
        </p:txBody>
      </p:sp>
      <p:sp>
        <p:nvSpPr>
          <p:cNvPr id="11" name="Shape 8"/>
          <p:cNvSpPr/>
          <p:nvPr/>
        </p:nvSpPr>
        <p:spPr>
          <a:xfrm>
            <a:off x="1325880" y="2221992"/>
            <a:ext cx="10287000" cy="713232"/>
          </a:xfrm>
          <a:prstGeom prst="roundRect">
            <a:avLst>
              <a:gd name="adj" fmla="val 15385"/>
            </a:avLst>
          </a:prstGeom>
          <a:solidFill>
            <a:schemeClr val="bg2"/>
          </a:solidFill>
          <a:ln/>
        </p:spPr>
      </p:sp>
      <p:sp>
        <p:nvSpPr>
          <p:cNvPr id="12" name="Text 9"/>
          <p:cNvSpPr txBox="1"/>
          <p:nvPr/>
        </p:nvSpPr>
        <p:spPr>
          <a:xfrm>
            <a:off x="1554480" y="2221992"/>
            <a:ext cx="5669280" cy="713232"/>
          </a:xfrm>
          <a:prstGeom prst="rect">
            <a:avLst/>
          </a:prstGeom>
          <a:noFill/>
          <a:ln/>
        </p:spPr>
        <p:txBody>
          <a:bodyPr wrap="square" lIns="0" tIns="0" rIns="0" bIns="0" rtlCol="0" anchor="ctr"/>
          <a:lstStyle/>
          <a:p>
            <a:pPr indent="0" marL="0">
              <a:buNone/>
            </a:pPr>
            <a:r>
              <a:rPr lang="en-US" sz="1600" b="1" dirty="0">
                <a:solidFill>
                  <a:schemeClr val="tx2"/>
                </a:solidFill>
              </a:rPr>
              <a:t>다른 일이 많아 효율적으로 찍기</a:t>
            </a:r>
            <a:endParaRPr lang="en-US" sz="1600" dirty="0"/>
          </a:p>
        </p:txBody>
      </p:sp>
      <p:sp>
        <p:nvSpPr>
          <p:cNvPr id="13" name="Text 10"/>
          <p:cNvSpPr txBox="1"/>
          <p:nvPr/>
        </p:nvSpPr>
        <p:spPr>
          <a:xfrm>
            <a:off x="7315200" y="2221992"/>
            <a:ext cx="4114800" cy="713232"/>
          </a:xfrm>
          <a:prstGeom prst="rect">
            <a:avLst/>
          </a:prstGeom>
          <a:noFill/>
          <a:ln/>
        </p:spPr>
        <p:txBody>
          <a:bodyPr wrap="square" lIns="0" tIns="0" rIns="0" bIns="0" rtlCol="0" anchor="ctr"/>
          <a:lstStyle/>
          <a:p>
            <a:pPr indent="0" marL="0">
              <a:buNone/>
            </a:pPr>
            <a:r>
              <a:rPr lang="en-US" sz="1400" dirty="0">
                <a:solidFill>
                  <a:schemeClr val="accent5"/>
                </a:solidFill>
              </a:rPr>
              <a:t>"되게 효율적으로 찍으려고 했다"</a:t>
            </a:r>
            <a:endParaRPr lang="en-US" sz="1400" dirty="0"/>
          </a:p>
        </p:txBody>
      </p:sp>
      <p:sp>
        <p:nvSpPr>
          <p:cNvPr id="14" name="Shape 11"/>
          <p:cNvSpPr/>
          <p:nvPr/>
        </p:nvSpPr>
        <p:spPr>
          <a:xfrm>
            <a:off x="548640" y="3145536"/>
            <a:ext cx="566928" cy="566928"/>
          </a:xfrm>
          <a:prstGeom prst="ellipse">
            <a:avLst/>
          </a:prstGeom>
          <a:solidFill>
            <a:schemeClr val="accent2"/>
          </a:solidFill>
          <a:ln/>
        </p:spPr>
      </p:sp>
      <p:sp>
        <p:nvSpPr>
          <p:cNvPr id="15" name="Text 12"/>
          <p:cNvSpPr txBox="1"/>
          <p:nvPr/>
        </p:nvSpPr>
        <p:spPr>
          <a:xfrm>
            <a:off x="548640" y="3145536"/>
            <a:ext cx="566928" cy="566928"/>
          </a:xfrm>
          <a:prstGeom prst="rect">
            <a:avLst/>
          </a:prstGeom>
          <a:noFill/>
          <a:ln/>
        </p:spPr>
        <p:txBody>
          <a:bodyPr wrap="square" lIns="0" tIns="0" rIns="0" bIns="0" rtlCol="0" anchor="ctr"/>
          <a:lstStyle/>
          <a:p>
            <a:pPr algn="ctr" indent="0" marL="0">
              <a:buNone/>
            </a:pPr>
            <a:r>
              <a:rPr lang="en-US" sz="1200" b="1" dirty="0">
                <a:solidFill>
                  <a:schemeClr val="bg1"/>
                </a:solidFill>
              </a:rPr>
              <a:t>발행</a:t>
            </a:r>
            <a:endParaRPr lang="en-US" sz="1200" dirty="0"/>
          </a:p>
        </p:txBody>
      </p:sp>
      <p:sp>
        <p:nvSpPr>
          <p:cNvPr id="16" name="Shape 13"/>
          <p:cNvSpPr/>
          <p:nvPr/>
        </p:nvSpPr>
        <p:spPr>
          <a:xfrm>
            <a:off x="1325880" y="3072384"/>
            <a:ext cx="10287000" cy="713232"/>
          </a:xfrm>
          <a:prstGeom prst="roundRect">
            <a:avLst>
              <a:gd name="adj" fmla="val 15385"/>
            </a:avLst>
          </a:prstGeom>
          <a:solidFill>
            <a:schemeClr val="bg2"/>
          </a:solidFill>
          <a:ln/>
        </p:spPr>
      </p:sp>
      <p:sp>
        <p:nvSpPr>
          <p:cNvPr id="17" name="Text 14"/>
          <p:cNvSpPr txBox="1"/>
          <p:nvPr/>
        </p:nvSpPr>
        <p:spPr>
          <a:xfrm>
            <a:off x="1554480" y="3072384"/>
            <a:ext cx="5669280" cy="713232"/>
          </a:xfrm>
          <a:prstGeom prst="rect">
            <a:avLst/>
          </a:prstGeom>
          <a:noFill/>
          <a:ln/>
        </p:spPr>
        <p:txBody>
          <a:bodyPr wrap="square" lIns="0" tIns="0" rIns="0" bIns="0" rtlCol="0" anchor="ctr"/>
          <a:lstStyle/>
          <a:p>
            <a:pPr indent="0" marL="0">
              <a:buNone/>
            </a:pPr>
            <a:r>
              <a:rPr lang="en-US" sz="1600" b="1" dirty="0">
                <a:solidFill>
                  <a:schemeClr val="tx2"/>
                </a:solidFill>
              </a:rPr>
              <a:t>첫 영상: '연수 아저씨' 이선민과 함께</a:t>
            </a:r>
            <a:endParaRPr lang="en-US" sz="1600" dirty="0"/>
          </a:p>
        </p:txBody>
      </p:sp>
      <p:sp>
        <p:nvSpPr>
          <p:cNvPr id="18" name="Text 15"/>
          <p:cNvSpPr txBox="1"/>
          <p:nvPr/>
        </p:nvSpPr>
        <p:spPr>
          <a:xfrm>
            <a:off x="7315200" y="3072384"/>
            <a:ext cx="4114800" cy="713232"/>
          </a:xfrm>
          <a:prstGeom prst="rect">
            <a:avLst/>
          </a:prstGeom>
          <a:noFill/>
          <a:ln/>
        </p:spPr>
        <p:txBody>
          <a:bodyPr wrap="square" lIns="0" tIns="0" rIns="0" bIns="0" rtlCol="0" anchor="ctr"/>
          <a:lstStyle/>
          <a:p>
            <a:pPr indent="0" marL="0">
              <a:buNone/>
            </a:pPr>
            <a:r>
              <a:rPr lang="en-US" sz="1400" dirty="0">
                <a:solidFill>
                  <a:schemeClr val="accent5"/>
                </a:solidFill>
              </a:rPr>
              <a:t>약 20만 회 — 이전 맥락을 이어받음</a:t>
            </a:r>
            <a:endParaRPr lang="en-US" sz="1400" dirty="0"/>
          </a:p>
        </p:txBody>
      </p:sp>
      <p:sp>
        <p:nvSpPr>
          <p:cNvPr id="19" name="Shape 16"/>
          <p:cNvSpPr/>
          <p:nvPr/>
        </p:nvSpPr>
        <p:spPr>
          <a:xfrm>
            <a:off x="548640" y="3995928"/>
            <a:ext cx="566928" cy="566928"/>
          </a:xfrm>
          <a:prstGeom prst="ellipse">
            <a:avLst/>
          </a:prstGeom>
          <a:solidFill>
            <a:schemeClr val="accent2"/>
          </a:solidFill>
          <a:ln/>
        </p:spPr>
      </p:sp>
      <p:sp>
        <p:nvSpPr>
          <p:cNvPr id="20" name="Text 17"/>
          <p:cNvSpPr txBox="1"/>
          <p:nvPr/>
        </p:nvSpPr>
        <p:spPr>
          <a:xfrm>
            <a:off x="548640" y="3995928"/>
            <a:ext cx="566928" cy="566928"/>
          </a:xfrm>
          <a:prstGeom prst="rect">
            <a:avLst/>
          </a:prstGeom>
          <a:noFill/>
          <a:ln/>
        </p:spPr>
        <p:txBody>
          <a:bodyPr wrap="square" lIns="0" tIns="0" rIns="0" bIns="0" rtlCol="0" anchor="ctr"/>
          <a:lstStyle/>
          <a:p>
            <a:pPr algn="ctr" indent="0" marL="0">
              <a:buNone/>
            </a:pPr>
            <a:r>
              <a:rPr lang="en-US" sz="1200" b="1" dirty="0">
                <a:solidFill>
                  <a:schemeClr val="bg1"/>
                </a:solidFill>
              </a:rPr>
              <a:t>성장</a:t>
            </a:r>
            <a:endParaRPr lang="en-US" sz="1200" dirty="0"/>
          </a:p>
        </p:txBody>
      </p:sp>
      <p:sp>
        <p:nvSpPr>
          <p:cNvPr id="21" name="Shape 18"/>
          <p:cNvSpPr/>
          <p:nvPr/>
        </p:nvSpPr>
        <p:spPr>
          <a:xfrm>
            <a:off x="1325880" y="3922776"/>
            <a:ext cx="10287000" cy="713232"/>
          </a:xfrm>
          <a:prstGeom prst="roundRect">
            <a:avLst>
              <a:gd name="adj" fmla="val 15385"/>
            </a:avLst>
          </a:prstGeom>
          <a:solidFill>
            <a:schemeClr val="bg2"/>
          </a:solidFill>
          <a:ln/>
        </p:spPr>
      </p:sp>
      <p:sp>
        <p:nvSpPr>
          <p:cNvPr id="22" name="Text 19"/>
          <p:cNvSpPr txBox="1"/>
          <p:nvPr/>
        </p:nvSpPr>
        <p:spPr>
          <a:xfrm>
            <a:off x="1554480" y="3922776"/>
            <a:ext cx="5669280" cy="713232"/>
          </a:xfrm>
          <a:prstGeom prst="rect">
            <a:avLst/>
          </a:prstGeom>
          <a:noFill/>
          <a:ln/>
        </p:spPr>
        <p:txBody>
          <a:bodyPr wrap="square" lIns="0" tIns="0" rIns="0" bIns="0" rtlCol="0" anchor="ctr"/>
          <a:lstStyle/>
          <a:p>
            <a:pPr indent="0" marL="0">
              <a:buNone/>
            </a:pPr>
            <a:r>
              <a:rPr lang="en-US" sz="1600" b="1" dirty="0">
                <a:solidFill>
                  <a:schemeClr val="tx2"/>
                </a:solidFill>
              </a:rPr>
              <a:t>'곰' 영상으로 주목, 사투리·일본어 기획</a:t>
            </a:r>
            <a:endParaRPr lang="en-US" sz="1600" dirty="0"/>
          </a:p>
        </p:txBody>
      </p:sp>
      <p:sp>
        <p:nvSpPr>
          <p:cNvPr id="23" name="Text 20"/>
          <p:cNvSpPr txBox="1"/>
          <p:nvPr/>
        </p:nvSpPr>
        <p:spPr>
          <a:xfrm>
            <a:off x="7315200" y="3922776"/>
            <a:ext cx="4114800" cy="713232"/>
          </a:xfrm>
          <a:prstGeom prst="rect">
            <a:avLst/>
          </a:prstGeom>
          <a:noFill/>
          <a:ln/>
        </p:spPr>
        <p:txBody>
          <a:bodyPr wrap="square" lIns="0" tIns="0" rIns="0" bIns="0" rtlCol="0" anchor="ctr"/>
          <a:lstStyle/>
          <a:p>
            <a:pPr indent="0" marL="0">
              <a:buNone/>
            </a:pPr>
            <a:r>
              <a:rPr lang="en-US" sz="1400" dirty="0">
                <a:solidFill>
                  <a:schemeClr val="accent5"/>
                </a:solidFill>
              </a:rPr>
              <a:t>'거제' 밈의 출발</a:t>
            </a:r>
            <a:endParaRPr lang="en-US" sz="1400" dirty="0"/>
          </a:p>
        </p:txBody>
      </p:sp>
      <p:sp>
        <p:nvSpPr>
          <p:cNvPr id="24" name="Shape 21"/>
          <p:cNvSpPr/>
          <p:nvPr/>
        </p:nvSpPr>
        <p:spPr>
          <a:xfrm>
            <a:off x="548640" y="4846320"/>
            <a:ext cx="566928" cy="566928"/>
          </a:xfrm>
          <a:prstGeom prst="ellipse">
            <a:avLst/>
          </a:prstGeom>
          <a:solidFill>
            <a:schemeClr val="accent2"/>
          </a:solidFill>
          <a:ln/>
        </p:spPr>
      </p:sp>
      <p:sp>
        <p:nvSpPr>
          <p:cNvPr id="25" name="Text 22"/>
          <p:cNvSpPr txBox="1"/>
          <p:nvPr/>
        </p:nvSpPr>
        <p:spPr>
          <a:xfrm>
            <a:off x="548640" y="4846320"/>
            <a:ext cx="566928" cy="566928"/>
          </a:xfrm>
          <a:prstGeom prst="rect">
            <a:avLst/>
          </a:prstGeom>
          <a:noFill/>
          <a:ln/>
        </p:spPr>
        <p:txBody>
          <a:bodyPr wrap="square" lIns="0" tIns="0" rIns="0" bIns="0" rtlCol="0" anchor="ctr"/>
          <a:lstStyle/>
          <a:p>
            <a:pPr algn="ctr" indent="0" marL="0">
              <a:buNone/>
            </a:pPr>
            <a:r>
              <a:rPr lang="en-US" sz="1200" b="1" dirty="0">
                <a:solidFill>
                  <a:schemeClr val="bg1"/>
                </a:solidFill>
              </a:rPr>
              <a:t>분석</a:t>
            </a:r>
            <a:endParaRPr lang="en-US" sz="1200" dirty="0"/>
          </a:p>
        </p:txBody>
      </p:sp>
      <p:sp>
        <p:nvSpPr>
          <p:cNvPr id="26" name="Shape 23"/>
          <p:cNvSpPr/>
          <p:nvPr/>
        </p:nvSpPr>
        <p:spPr>
          <a:xfrm>
            <a:off x="1325880" y="4773168"/>
            <a:ext cx="10287000" cy="713232"/>
          </a:xfrm>
          <a:prstGeom prst="roundRect">
            <a:avLst>
              <a:gd name="adj" fmla="val 15385"/>
            </a:avLst>
          </a:prstGeom>
          <a:solidFill>
            <a:schemeClr val="bg2"/>
          </a:solidFill>
          <a:ln/>
        </p:spPr>
      </p:sp>
      <p:sp>
        <p:nvSpPr>
          <p:cNvPr id="27" name="Text 24"/>
          <p:cNvSpPr txBox="1"/>
          <p:nvPr/>
        </p:nvSpPr>
        <p:spPr>
          <a:xfrm>
            <a:off x="1554480" y="4773168"/>
            <a:ext cx="5669280" cy="713232"/>
          </a:xfrm>
          <a:prstGeom prst="rect">
            <a:avLst/>
          </a:prstGeom>
          <a:noFill/>
          <a:ln/>
        </p:spPr>
        <p:txBody>
          <a:bodyPr wrap="square" lIns="0" tIns="0" rIns="0" bIns="0" rtlCol="0" anchor="ctr"/>
          <a:lstStyle/>
          <a:p>
            <a:pPr indent="0" marL="0">
              <a:buNone/>
            </a:pPr>
            <a:r>
              <a:rPr lang="en-US" sz="1600" b="1" dirty="0">
                <a:solidFill>
                  <a:schemeClr val="tx2"/>
                </a:solidFill>
              </a:rPr>
              <a:t>사투리 편이 성장 계기</a:t>
            </a:r>
            <a:endParaRPr lang="en-US" sz="1600" dirty="0"/>
          </a:p>
        </p:txBody>
      </p:sp>
      <p:sp>
        <p:nvSpPr>
          <p:cNvPr id="28" name="Text 25"/>
          <p:cNvSpPr txBox="1"/>
          <p:nvPr/>
        </p:nvSpPr>
        <p:spPr>
          <a:xfrm>
            <a:off x="7315200" y="4773168"/>
            <a:ext cx="4114800" cy="713232"/>
          </a:xfrm>
          <a:prstGeom prst="rect">
            <a:avLst/>
          </a:prstGeom>
          <a:noFill/>
          <a:ln/>
        </p:spPr>
        <p:txBody>
          <a:bodyPr wrap="square" lIns="0" tIns="0" rIns="0" bIns="0" rtlCol="0" anchor="ctr"/>
          <a:lstStyle/>
          <a:p>
            <a:pPr indent="0" marL="0">
              <a:buNone/>
            </a:pPr>
            <a:r>
              <a:rPr lang="en-US" sz="1400" dirty="0">
                <a:solidFill>
                  <a:schemeClr val="accent5"/>
                </a:solidFill>
              </a:rPr>
              <a:t>데이터로 확인</a:t>
            </a:r>
            <a:endParaRPr lang="en-US" sz="1400" dirty="0"/>
          </a:p>
        </p:txBody>
      </p:sp>
      <p:sp>
        <p:nvSpPr>
          <p:cNvPr id="29" name="Text 26"/>
          <p:cNvSpPr txBox="1"/>
          <p:nvPr/>
        </p:nvSpPr>
        <p:spPr>
          <a:xfrm>
            <a:off x="548640" y="5715000"/>
            <a:ext cx="10972800" cy="274320"/>
          </a:xfrm>
          <a:prstGeom prst="rect">
            <a:avLst/>
          </a:prstGeom>
          <a:noFill/>
          <a:ln/>
        </p:spPr>
        <p:txBody>
          <a:bodyPr wrap="square" lIns="0" tIns="0" rIns="0" bIns="0" rtlCol="0" anchor="t"/>
          <a:lstStyle/>
          <a:p>
            <a:pPr indent="0" marL="0">
              <a:buNone/>
            </a:pPr>
            <a:r>
              <a:rPr lang="en-US" sz="1100" dirty="0">
                <a:solidFill>
                  <a:schemeClr val="accent5"/>
                </a:solidFill>
              </a:rPr>
              <a:t>출처: iMBC 연예(2026.7.8), 위버스 매거진 윤성원 인터뷰</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사례 2 · 존이냐박이냐: 같은 사람도 콘셉트로 새로워진다</a:t>
            </a:r>
            <a:endParaRPr lang="en-US" sz="3000" dirty="0"/>
          </a:p>
        </p:txBody>
      </p:sp>
      <p:sp>
        <p:nvSpPr>
          <p:cNvPr id="4" name="Shape 1"/>
          <p:cNvSpPr/>
          <p:nvPr/>
        </p:nvSpPr>
        <p:spPr>
          <a:xfrm>
            <a:off x="548640" y="1417320"/>
            <a:ext cx="3566160" cy="3520440"/>
          </a:xfrm>
          <a:prstGeom prst="roundRect">
            <a:avLst>
              <a:gd name="adj" fmla="val 3117"/>
            </a:avLst>
          </a:prstGeom>
          <a:solidFill>
            <a:schemeClr val="bg2"/>
          </a:solidFill>
          <a:ln/>
        </p:spPr>
      </p:sp>
      <p:sp>
        <p:nvSpPr>
          <p:cNvPr id="5" name="Shape 2"/>
          <p:cNvSpPr/>
          <p:nvPr/>
        </p:nvSpPr>
        <p:spPr>
          <a:xfrm>
            <a:off x="822960" y="1645920"/>
            <a:ext cx="685800" cy="685800"/>
          </a:xfrm>
          <a:prstGeom prst="ellipse">
            <a:avLst/>
          </a:prstGeom>
          <a:solidFill>
            <a:schemeClr val="accent3"/>
          </a:solidFill>
          <a:ln/>
        </p:spPr>
      </p:sp>
      <p:pic>
        <p:nvPicPr>
          <p:cNvPr id="6" name="Image 0" descr="FaMusic">    </p:cNvPr>
          <p:cNvPicPr>
            <a:picLocks noChangeAspect="1"/>
          </p:cNvPicPr>
          <p:nvPr/>
        </p:nvPicPr>
        <p:blipFill>
          <a:blip r:embed="rId1"/>
          <a:stretch>
            <a:fillRect/>
          </a:stretch>
        </p:blipFill>
        <p:spPr>
          <a:xfrm>
            <a:off x="1008126" y="1831086"/>
            <a:ext cx="315468" cy="315468"/>
          </a:xfrm>
          <a:prstGeom prst="rect">
            <a:avLst/>
          </a:prstGeom>
        </p:spPr>
      </p:pic>
      <p:sp>
        <p:nvSpPr>
          <p:cNvPr id="7" name="Text 3"/>
          <p:cNvSpPr txBox="1"/>
          <p:nvPr/>
        </p:nvSpPr>
        <p:spPr>
          <a:xfrm>
            <a:off x="822960" y="2514600"/>
            <a:ext cx="3017520" cy="457200"/>
          </a:xfrm>
          <a:prstGeom prst="rect">
            <a:avLst/>
          </a:prstGeom>
          <a:noFill/>
          <a:ln/>
        </p:spPr>
        <p:txBody>
          <a:bodyPr wrap="square" lIns="0" tIns="0" rIns="0" bIns="0" rtlCol="0" anchor="t"/>
          <a:lstStyle/>
          <a:p>
            <a:pPr indent="0" marL="0">
              <a:buNone/>
            </a:pPr>
            <a:r>
              <a:rPr lang="en-US" sz="2000" b="1" dirty="0">
                <a:solidFill>
                  <a:schemeClr val="tx2"/>
                </a:solidFill>
              </a:rPr>
              <a:t>기우제</a:t>
            </a:r>
            <a:endParaRPr lang="en-US" sz="2000" dirty="0"/>
          </a:p>
        </p:txBody>
      </p:sp>
      <p:sp>
        <p:nvSpPr>
          <p:cNvPr id="8" name="Text 4"/>
          <p:cNvSpPr txBox="1"/>
          <p:nvPr/>
        </p:nvSpPr>
        <p:spPr>
          <a:xfrm>
            <a:off x="822960" y="3017520"/>
            <a:ext cx="3017520" cy="1097280"/>
          </a:xfrm>
          <a:prstGeom prst="rect">
            <a:avLst/>
          </a:prstGeom>
          <a:noFill/>
          <a:ln/>
        </p:spPr>
        <p:txBody>
          <a:bodyPr wrap="square" lIns="0" tIns="0" rIns="0" bIns="0" rtlCol="0" anchor="t"/>
          <a:lstStyle/>
          <a:p>
            <a:pPr indent="0" marL="0">
              <a:buNone/>
            </a:pPr>
            <a:r>
              <a:rPr lang="en-US" sz="1500" dirty="0">
                <a:solidFill>
                  <a:schemeClr val="tx1"/>
                </a:solidFill>
              </a:rPr>
              <a:t>걸그룹 노래를 존박이 커버</a:t>
            </a:r>
            <a:endParaRPr lang="en-US" sz="1500" dirty="0"/>
          </a:p>
          <a:p>
            <a:pPr indent="0" marL="0">
              <a:buNone/>
            </a:pPr>
            <a:r>
              <a:rPr lang="en-US" sz="1500" dirty="0">
                <a:solidFill>
                  <a:schemeClr val="tx1"/>
                </a:solidFill>
              </a:rPr>
              <a:t>첫 곡: 에스파 '슈퍼노바'</a:t>
            </a:r>
            <a:endParaRPr lang="en-US" sz="1500" dirty="0"/>
          </a:p>
        </p:txBody>
      </p:sp>
      <p:sp>
        <p:nvSpPr>
          <p:cNvPr id="9" name="Text 5"/>
          <p:cNvSpPr txBox="1"/>
          <p:nvPr/>
        </p:nvSpPr>
        <p:spPr>
          <a:xfrm>
            <a:off x="822960" y="4251960"/>
            <a:ext cx="3017520" cy="457200"/>
          </a:xfrm>
          <a:prstGeom prst="rect">
            <a:avLst/>
          </a:prstGeom>
          <a:noFill/>
          <a:ln/>
        </p:spPr>
        <p:txBody>
          <a:bodyPr wrap="square" lIns="0" tIns="0" rIns="0" bIns="0" rtlCol="0" anchor="t"/>
          <a:lstStyle/>
          <a:p>
            <a:pPr indent="0" marL="0">
              <a:buNone/>
            </a:pPr>
            <a:r>
              <a:rPr lang="en-US" sz="1500" b="1" dirty="0">
                <a:solidFill>
                  <a:schemeClr val="accent3"/>
                </a:solidFill>
              </a:rPr>
              <a:t>→ 익숙한 사람 + 의외의 상황</a:t>
            </a:r>
            <a:endParaRPr lang="en-US" sz="1500" dirty="0"/>
          </a:p>
        </p:txBody>
      </p:sp>
      <p:sp>
        <p:nvSpPr>
          <p:cNvPr id="10" name="Shape 6"/>
          <p:cNvSpPr/>
          <p:nvPr/>
        </p:nvSpPr>
        <p:spPr>
          <a:xfrm>
            <a:off x="4297680" y="1417320"/>
            <a:ext cx="3566160" cy="3520440"/>
          </a:xfrm>
          <a:prstGeom prst="roundRect">
            <a:avLst>
              <a:gd name="adj" fmla="val 3117"/>
            </a:avLst>
          </a:prstGeom>
          <a:solidFill>
            <a:schemeClr val="bg2"/>
          </a:solidFill>
          <a:ln/>
        </p:spPr>
      </p:sp>
      <p:sp>
        <p:nvSpPr>
          <p:cNvPr id="11" name="Shape 7"/>
          <p:cNvSpPr/>
          <p:nvPr/>
        </p:nvSpPr>
        <p:spPr>
          <a:xfrm>
            <a:off x="4572000" y="1645920"/>
            <a:ext cx="685800" cy="685800"/>
          </a:xfrm>
          <a:prstGeom prst="ellipse">
            <a:avLst/>
          </a:prstGeom>
          <a:solidFill>
            <a:schemeClr val="accent4"/>
          </a:solidFill>
          <a:ln/>
        </p:spPr>
      </p:sp>
      <p:pic>
        <p:nvPicPr>
          <p:cNvPr id="12" name="Image 1" descr="FaGlobeEurope">    </p:cNvPr>
          <p:cNvPicPr>
            <a:picLocks noChangeAspect="1"/>
          </p:cNvPicPr>
          <p:nvPr/>
        </p:nvPicPr>
        <p:blipFill>
          <a:blip r:embed="rId2"/>
          <a:stretch>
            <a:fillRect/>
          </a:stretch>
        </p:blipFill>
        <p:spPr>
          <a:xfrm>
            <a:off x="4757166" y="1831086"/>
            <a:ext cx="315468" cy="315468"/>
          </a:xfrm>
          <a:prstGeom prst="rect">
            <a:avLst/>
          </a:prstGeom>
        </p:spPr>
      </p:pic>
      <p:sp>
        <p:nvSpPr>
          <p:cNvPr id="13" name="Text 8"/>
          <p:cNvSpPr txBox="1"/>
          <p:nvPr/>
        </p:nvSpPr>
        <p:spPr>
          <a:xfrm>
            <a:off x="4572000" y="2514600"/>
            <a:ext cx="3017520" cy="457200"/>
          </a:xfrm>
          <a:prstGeom prst="rect">
            <a:avLst/>
          </a:prstGeom>
          <a:noFill/>
          <a:ln/>
        </p:spPr>
        <p:txBody>
          <a:bodyPr wrap="square" lIns="0" tIns="0" rIns="0" bIns="0" rtlCol="0" anchor="t"/>
          <a:lstStyle/>
          <a:p>
            <a:pPr indent="0" marL="0">
              <a:buNone/>
            </a:pPr>
            <a:r>
              <a:rPr lang="en-US" sz="2000" b="1" dirty="0">
                <a:solidFill>
                  <a:schemeClr val="tx2"/>
                </a:solidFill>
              </a:rPr>
              <a:t>베를린 클럽</a:t>
            </a:r>
            <a:endParaRPr lang="en-US" sz="2000" dirty="0"/>
          </a:p>
        </p:txBody>
      </p:sp>
      <p:sp>
        <p:nvSpPr>
          <p:cNvPr id="14" name="Text 9"/>
          <p:cNvSpPr txBox="1"/>
          <p:nvPr/>
        </p:nvSpPr>
        <p:spPr>
          <a:xfrm>
            <a:off x="4572000" y="3017520"/>
            <a:ext cx="3017520" cy="1097280"/>
          </a:xfrm>
          <a:prstGeom prst="rect">
            <a:avLst/>
          </a:prstGeom>
          <a:noFill/>
          <a:ln/>
        </p:spPr>
        <p:txBody>
          <a:bodyPr wrap="square" lIns="0" tIns="0" rIns="0" bIns="0" rtlCol="0" anchor="t"/>
          <a:lstStyle/>
          <a:p>
            <a:pPr indent="0" marL="0">
              <a:buNone/>
            </a:pPr>
            <a:r>
              <a:rPr lang="en-US" sz="1500" dirty="0">
                <a:solidFill>
                  <a:schemeClr val="tx1"/>
                </a:solidFill>
              </a:rPr>
              <a:t>"베를린 클럽을 아는 사람은</a:t>
            </a:r>
            <a:endParaRPr lang="en-US" sz="1500" dirty="0"/>
          </a:p>
          <a:p>
            <a:pPr indent="0" marL="0">
              <a:buNone/>
            </a:pPr>
            <a:r>
              <a:rPr lang="en-US" sz="1500" dirty="0">
                <a:solidFill>
                  <a:schemeClr val="tx1"/>
                </a:solidFill>
              </a:rPr>
              <a:t>대한민국의 1%도 안 된다"</a:t>
            </a:r>
            <a:endParaRPr lang="en-US" sz="1500" dirty="0"/>
          </a:p>
        </p:txBody>
      </p:sp>
      <p:sp>
        <p:nvSpPr>
          <p:cNvPr id="15" name="Text 10"/>
          <p:cNvSpPr txBox="1"/>
          <p:nvPr/>
        </p:nvSpPr>
        <p:spPr>
          <a:xfrm>
            <a:off x="4572000" y="4251960"/>
            <a:ext cx="3017520" cy="457200"/>
          </a:xfrm>
          <a:prstGeom prst="rect">
            <a:avLst/>
          </a:prstGeom>
          <a:noFill/>
          <a:ln/>
        </p:spPr>
        <p:txBody>
          <a:bodyPr wrap="square" lIns="0" tIns="0" rIns="0" bIns="0" rtlCol="0" anchor="t"/>
          <a:lstStyle/>
          <a:p>
            <a:pPr indent="0" marL="0">
              <a:buNone/>
            </a:pPr>
            <a:r>
              <a:rPr lang="en-US" sz="1500" b="1" dirty="0">
                <a:solidFill>
                  <a:schemeClr val="accent4"/>
                </a:solidFill>
              </a:rPr>
              <a:t>→ 팬덤보다 대중 기준</a:t>
            </a:r>
            <a:endParaRPr lang="en-US" sz="1500" dirty="0"/>
          </a:p>
        </p:txBody>
      </p:sp>
      <p:sp>
        <p:nvSpPr>
          <p:cNvPr id="16" name="Shape 11"/>
          <p:cNvSpPr/>
          <p:nvPr/>
        </p:nvSpPr>
        <p:spPr>
          <a:xfrm>
            <a:off x="8046720" y="1417320"/>
            <a:ext cx="3566160" cy="3520440"/>
          </a:xfrm>
          <a:prstGeom prst="roundRect">
            <a:avLst>
              <a:gd name="adj" fmla="val 3117"/>
            </a:avLst>
          </a:prstGeom>
          <a:solidFill>
            <a:schemeClr val="bg2"/>
          </a:solidFill>
          <a:ln/>
        </p:spPr>
      </p:sp>
      <p:sp>
        <p:nvSpPr>
          <p:cNvPr id="17" name="Shape 12"/>
          <p:cNvSpPr/>
          <p:nvPr/>
        </p:nvSpPr>
        <p:spPr>
          <a:xfrm>
            <a:off x="8321040" y="1645920"/>
            <a:ext cx="685800" cy="685800"/>
          </a:xfrm>
          <a:prstGeom prst="ellipse">
            <a:avLst/>
          </a:prstGeom>
          <a:solidFill>
            <a:schemeClr val="accent1"/>
          </a:solidFill>
          <a:ln/>
        </p:spPr>
      </p:sp>
      <p:pic>
        <p:nvPicPr>
          <p:cNvPr id="18" name="Image 2" descr="FaInstagram">    </p:cNvPr>
          <p:cNvPicPr>
            <a:picLocks noChangeAspect="1"/>
          </p:cNvPicPr>
          <p:nvPr/>
        </p:nvPicPr>
        <p:blipFill>
          <a:blip r:embed="rId3"/>
          <a:stretch>
            <a:fillRect/>
          </a:stretch>
        </p:blipFill>
        <p:spPr>
          <a:xfrm>
            <a:off x="8506206" y="1831086"/>
            <a:ext cx="315468" cy="315468"/>
          </a:xfrm>
          <a:prstGeom prst="rect">
            <a:avLst/>
          </a:prstGeom>
        </p:spPr>
      </p:pic>
      <p:sp>
        <p:nvSpPr>
          <p:cNvPr id="19" name="Text 13"/>
          <p:cNvSpPr txBox="1"/>
          <p:nvPr/>
        </p:nvSpPr>
        <p:spPr>
          <a:xfrm>
            <a:off x="8321040" y="2514600"/>
            <a:ext cx="3017520" cy="457200"/>
          </a:xfrm>
          <a:prstGeom prst="rect">
            <a:avLst/>
          </a:prstGeom>
          <a:noFill/>
          <a:ln/>
        </p:spPr>
        <p:txBody>
          <a:bodyPr wrap="square" lIns="0" tIns="0" rIns="0" bIns="0" rtlCol="0" anchor="t"/>
          <a:lstStyle/>
          <a:p>
            <a:pPr indent="0" marL="0">
              <a:buNone/>
            </a:pPr>
            <a:r>
              <a:rPr lang="en-US" sz="2000" b="1" dirty="0">
                <a:solidFill>
                  <a:schemeClr val="tx2"/>
                </a:solidFill>
              </a:rPr>
              <a:t>인스타그램</a:t>
            </a:r>
            <a:endParaRPr lang="en-US" sz="2000" dirty="0"/>
          </a:p>
        </p:txBody>
      </p:sp>
      <p:sp>
        <p:nvSpPr>
          <p:cNvPr id="20" name="Text 14"/>
          <p:cNvSpPr txBox="1"/>
          <p:nvPr/>
        </p:nvSpPr>
        <p:spPr>
          <a:xfrm>
            <a:off x="8321040" y="3017520"/>
            <a:ext cx="3017520" cy="1097280"/>
          </a:xfrm>
          <a:prstGeom prst="rect">
            <a:avLst/>
          </a:prstGeom>
          <a:noFill/>
          <a:ln/>
        </p:spPr>
        <p:txBody>
          <a:bodyPr wrap="square" lIns="0" tIns="0" rIns="0" bIns="0" rtlCol="0" anchor="t"/>
          <a:lstStyle/>
          <a:p>
            <a:pPr indent="0" marL="0">
              <a:buNone/>
            </a:pPr>
            <a:r>
              <a:rPr lang="en-US" sz="1500" dirty="0">
                <a:solidFill>
                  <a:schemeClr val="tx1"/>
                </a:solidFill>
              </a:rPr>
              <a:t>보면 영어 실력이</a:t>
            </a:r>
            <a:endParaRPr lang="en-US" sz="1500" dirty="0"/>
          </a:p>
          <a:p>
            <a:pPr indent="0" marL="0">
              <a:buNone/>
            </a:pPr>
            <a:r>
              <a:rPr lang="en-US" sz="1500" dirty="0">
                <a:solidFill>
                  <a:schemeClr val="tx1"/>
                </a:solidFill>
              </a:rPr>
              <a:t>오르는 듯한 느낌</a:t>
            </a:r>
            <a:endParaRPr lang="en-US" sz="1500" dirty="0"/>
          </a:p>
        </p:txBody>
      </p:sp>
      <p:sp>
        <p:nvSpPr>
          <p:cNvPr id="21" name="Text 15"/>
          <p:cNvSpPr txBox="1"/>
          <p:nvPr/>
        </p:nvSpPr>
        <p:spPr>
          <a:xfrm>
            <a:off x="8321040" y="4251960"/>
            <a:ext cx="3017520" cy="457200"/>
          </a:xfrm>
          <a:prstGeom prst="rect">
            <a:avLst/>
          </a:prstGeom>
          <a:noFill/>
          <a:ln/>
        </p:spPr>
        <p:txBody>
          <a:bodyPr wrap="square" lIns="0" tIns="0" rIns="0" bIns="0" rtlCol="0" anchor="t"/>
          <a:lstStyle/>
          <a:p>
            <a:pPr indent="0" marL="0">
              <a:buNone/>
            </a:pPr>
            <a:r>
              <a:rPr lang="en-US" sz="1500" b="1" dirty="0">
                <a:solidFill>
                  <a:schemeClr val="accent1"/>
                </a:solidFill>
              </a:rPr>
              <a:t>→ 구독할 이유 설계</a:t>
            </a:r>
            <a:endParaRPr lang="en-US" sz="1500" dirty="0"/>
          </a:p>
        </p:txBody>
      </p:sp>
      <p:sp>
        <p:nvSpPr>
          <p:cNvPr id="22" name="Text 16"/>
          <p:cNvSpPr txBox="1"/>
          <p:nvPr/>
        </p:nvSpPr>
        <p:spPr>
          <a:xfrm>
            <a:off x="548640" y="5715000"/>
            <a:ext cx="10972800" cy="274320"/>
          </a:xfrm>
          <a:prstGeom prst="rect">
            <a:avLst/>
          </a:prstGeom>
          <a:noFill/>
          <a:ln/>
        </p:spPr>
        <p:txBody>
          <a:bodyPr wrap="square" lIns="0" tIns="0" rIns="0" bIns="0" rtlCol="0" anchor="t"/>
          <a:lstStyle/>
          <a:p>
            <a:pPr indent="0" marL="0">
              <a:buNone/>
            </a:pPr>
            <a:r>
              <a:rPr lang="en-US" sz="1100" dirty="0">
                <a:solidFill>
                  <a:schemeClr val="accent5"/>
                </a:solidFill>
              </a:rPr>
              <a:t>출처: 스포탈코리아(존박 발언), 위버스 매거진 윤성원 인터뷰</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사례 3 · ODG: 아이가 나오지만 어른이 보는 채널</a:t>
            </a:r>
            <a:endParaRPr lang="en-US" sz="3000" dirty="0"/>
          </a:p>
        </p:txBody>
      </p:sp>
      <p:sp>
        <p:nvSpPr>
          <p:cNvPr id="4" name="Shape 1"/>
          <p:cNvSpPr/>
          <p:nvPr/>
        </p:nvSpPr>
        <p:spPr>
          <a:xfrm>
            <a:off x="548640" y="1417320"/>
            <a:ext cx="5394960" cy="3657600"/>
          </a:xfrm>
          <a:prstGeom prst="roundRect">
            <a:avLst>
              <a:gd name="adj" fmla="val 3000"/>
            </a:avLst>
          </a:prstGeom>
          <a:solidFill>
            <a:schemeClr val="tx2"/>
          </a:solidFill>
          <a:ln/>
        </p:spPr>
      </p:sp>
      <p:sp>
        <p:nvSpPr>
          <p:cNvPr id="5" name="Text 2"/>
          <p:cNvSpPr txBox="1"/>
          <p:nvPr/>
        </p:nvSpPr>
        <p:spPr>
          <a:xfrm>
            <a:off x="822960" y="1691640"/>
            <a:ext cx="2194560" cy="365760"/>
          </a:xfrm>
          <a:prstGeom prst="rect">
            <a:avLst/>
          </a:prstGeom>
          <a:noFill/>
          <a:ln/>
        </p:spPr>
        <p:txBody>
          <a:bodyPr wrap="square" lIns="0" tIns="0" rIns="0" bIns="0" rtlCol="0" anchor="t"/>
          <a:lstStyle/>
          <a:p>
            <a:pPr indent="0" marL="0">
              <a:buNone/>
            </a:pPr>
            <a:r>
              <a:rPr lang="en-US" sz="1600" dirty="0">
                <a:solidFill>
                  <a:schemeClr val="accent6"/>
                </a:solidFill>
              </a:rPr>
              <a:t>출연자</a:t>
            </a:r>
            <a:endParaRPr lang="en-US" sz="1600" dirty="0"/>
          </a:p>
        </p:txBody>
      </p:sp>
      <p:sp>
        <p:nvSpPr>
          <p:cNvPr id="6" name="Text 3"/>
          <p:cNvSpPr txBox="1"/>
          <p:nvPr/>
        </p:nvSpPr>
        <p:spPr>
          <a:xfrm>
            <a:off x="822960" y="2057400"/>
            <a:ext cx="2194560" cy="640080"/>
          </a:xfrm>
          <a:prstGeom prst="rect">
            <a:avLst/>
          </a:prstGeom>
          <a:noFill/>
          <a:ln/>
        </p:spPr>
        <p:txBody>
          <a:bodyPr wrap="square" lIns="0" tIns="0" rIns="0" bIns="0" rtlCol="0" anchor="t"/>
          <a:lstStyle/>
          <a:p>
            <a:pPr indent="0" marL="0">
              <a:buNone/>
            </a:pPr>
            <a:r>
              <a:rPr lang="en-US" sz="3000" b="1" dirty="0">
                <a:solidFill>
                  <a:schemeClr val="bg1"/>
                </a:solidFill>
              </a:rPr>
              <a:t>아이들</a:t>
            </a:r>
            <a:endParaRPr lang="en-US" sz="3000" dirty="0"/>
          </a:p>
        </p:txBody>
      </p:sp>
      <p:sp>
        <p:nvSpPr>
          <p:cNvPr id="7" name="Text 4"/>
          <p:cNvSpPr txBox="1"/>
          <p:nvPr/>
        </p:nvSpPr>
        <p:spPr>
          <a:xfrm>
            <a:off x="3291840" y="16916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보는 사람</a:t>
            </a:r>
            <a:endParaRPr lang="en-US" sz="1600" dirty="0"/>
          </a:p>
        </p:txBody>
      </p:sp>
      <p:sp>
        <p:nvSpPr>
          <p:cNvPr id="8" name="Text 5"/>
          <p:cNvSpPr txBox="1"/>
          <p:nvPr/>
        </p:nvSpPr>
        <p:spPr>
          <a:xfrm>
            <a:off x="3291840" y="2057400"/>
            <a:ext cx="2377440" cy="640080"/>
          </a:xfrm>
          <a:prstGeom prst="rect">
            <a:avLst/>
          </a:prstGeom>
          <a:noFill/>
          <a:ln/>
        </p:spPr>
        <p:txBody>
          <a:bodyPr wrap="square" lIns="0" tIns="0" rIns="0" bIns="0" rtlCol="0" anchor="t"/>
          <a:lstStyle/>
          <a:p>
            <a:pPr indent="0" marL="0">
              <a:buNone/>
            </a:pPr>
            <a:r>
              <a:rPr lang="en-US" sz="3000" b="1" dirty="0">
                <a:solidFill>
                  <a:schemeClr val="accent1"/>
                </a:solidFill>
              </a:rPr>
              <a:t>어른들</a:t>
            </a:r>
            <a:endParaRPr lang="en-US" sz="3000" dirty="0"/>
          </a:p>
        </p:txBody>
      </p:sp>
      <p:sp>
        <p:nvSpPr>
          <p:cNvPr id="9" name="Text 6"/>
          <p:cNvSpPr txBox="1"/>
          <p:nvPr/>
        </p:nvSpPr>
        <p:spPr>
          <a:xfrm>
            <a:off x="822960" y="2926080"/>
            <a:ext cx="4937760" cy="457200"/>
          </a:xfrm>
          <a:prstGeom prst="rect">
            <a:avLst/>
          </a:prstGeom>
          <a:noFill/>
          <a:ln/>
        </p:spPr>
        <p:txBody>
          <a:bodyPr wrap="square" lIns="0" tIns="0" rIns="0" bIns="0" rtlCol="0" anchor="t"/>
          <a:lstStyle/>
          <a:p>
            <a:pPr indent="0" marL="0">
              <a:buNone/>
            </a:pPr>
            <a:r>
              <a:rPr lang="en-US" sz="1700" dirty="0">
                <a:solidFill>
                  <a:schemeClr val="bg1"/>
                </a:solidFill>
              </a:rPr>
              <a:t>→ 어른이 자기 어린 시절을 돌아보게</a:t>
            </a:r>
            <a:endParaRPr lang="en-US" sz="1700" dirty="0"/>
          </a:p>
        </p:txBody>
      </p:sp>
      <p:sp>
        <p:nvSpPr>
          <p:cNvPr id="10" name="Text 7"/>
          <p:cNvSpPr txBox="1"/>
          <p:nvPr/>
        </p:nvSpPr>
        <p:spPr>
          <a:xfrm>
            <a:off x="822960" y="3931920"/>
            <a:ext cx="4937760" cy="822960"/>
          </a:xfrm>
          <a:prstGeom prst="rect">
            <a:avLst/>
          </a:prstGeom>
          <a:noFill/>
          <a:ln/>
        </p:spPr>
        <p:txBody>
          <a:bodyPr wrap="square" lIns="0" tIns="0" rIns="0" bIns="0" rtlCol="0" anchor="t"/>
          <a:lstStyle/>
          <a:p>
            <a:pPr indent="0" marL="0">
              <a:buNone/>
            </a:pPr>
            <a:r>
              <a:rPr lang="en-US" sz="1800" b="1" dirty="0">
                <a:solidFill>
                  <a:schemeClr val="accent6"/>
                </a:solidFill>
              </a:rPr>
              <a:t>"누구나 보편적으로 즐겨볼 수 있는 영상"</a:t>
            </a:r>
            <a:endParaRPr lang="en-US" sz="1800" dirty="0"/>
          </a:p>
        </p:txBody>
      </p:sp>
      <p:sp>
        <p:nvSpPr>
          <p:cNvPr id="11" name="Shape 8"/>
          <p:cNvSpPr/>
          <p:nvPr/>
        </p:nvSpPr>
        <p:spPr>
          <a:xfrm>
            <a:off x="6172200" y="1417320"/>
            <a:ext cx="5440680" cy="1143000"/>
          </a:xfrm>
          <a:prstGeom prst="roundRect">
            <a:avLst>
              <a:gd name="adj" fmla="val 9600"/>
            </a:avLst>
          </a:prstGeom>
          <a:solidFill>
            <a:schemeClr val="bg2"/>
          </a:solidFill>
          <a:ln/>
        </p:spPr>
      </p:sp>
      <p:sp>
        <p:nvSpPr>
          <p:cNvPr id="12" name="Shape 9"/>
          <p:cNvSpPr/>
          <p:nvPr/>
        </p:nvSpPr>
        <p:spPr>
          <a:xfrm>
            <a:off x="6355080" y="1705356"/>
            <a:ext cx="566928" cy="566928"/>
          </a:xfrm>
          <a:prstGeom prst="ellipse">
            <a:avLst/>
          </a:prstGeom>
          <a:solidFill>
            <a:schemeClr val="accent4"/>
          </a:solidFill>
          <a:ln/>
        </p:spPr>
      </p:sp>
      <p:sp>
        <p:nvSpPr>
          <p:cNvPr id="13" name="Text 10"/>
          <p:cNvSpPr txBox="1"/>
          <p:nvPr/>
        </p:nvSpPr>
        <p:spPr>
          <a:xfrm>
            <a:off x="6355080" y="170535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Aa</a:t>
            </a:r>
            <a:endParaRPr lang="en-US" sz="1800" dirty="0"/>
          </a:p>
        </p:txBody>
      </p:sp>
      <p:sp>
        <p:nvSpPr>
          <p:cNvPr id="14" name="Text 11"/>
          <p:cNvSpPr txBox="1"/>
          <p:nvPr/>
        </p:nvSpPr>
        <p:spPr>
          <a:xfrm>
            <a:off x="7150608" y="1545336"/>
            <a:ext cx="4233672" cy="384048"/>
          </a:xfrm>
          <a:prstGeom prst="rect">
            <a:avLst/>
          </a:prstGeom>
          <a:noFill/>
          <a:ln/>
        </p:spPr>
        <p:txBody>
          <a:bodyPr wrap="square" lIns="0" tIns="0" rIns="0" bIns="0" rtlCol="0" anchor="ctr"/>
          <a:lstStyle/>
          <a:p>
            <a:pPr indent="0" marL="0">
              <a:buNone/>
            </a:pPr>
            <a:r>
              <a:rPr lang="en-US" sz="1700" b="1" dirty="0">
                <a:solidFill>
                  <a:schemeClr val="tx2"/>
                </a:solidFill>
              </a:rPr>
              <a:t>채널명 ODG</a:t>
            </a:r>
            <a:endParaRPr lang="en-US" sz="1700" dirty="0"/>
          </a:p>
        </p:txBody>
      </p:sp>
      <p:sp>
        <p:nvSpPr>
          <p:cNvPr id="15" name="Text 12"/>
          <p:cNvSpPr txBox="1"/>
          <p:nvPr/>
        </p:nvSpPr>
        <p:spPr>
          <a:xfrm>
            <a:off x="7150608" y="1929384"/>
            <a:ext cx="4233672" cy="539496"/>
          </a:xfrm>
          <a:prstGeom prst="rect">
            <a:avLst/>
          </a:prstGeom>
          <a:noFill/>
          <a:ln/>
        </p:spPr>
        <p:txBody>
          <a:bodyPr wrap="square" lIns="0" tIns="0" rIns="0" bIns="0" rtlCol="0" anchor="t"/>
          <a:lstStyle/>
          <a:p>
            <a:pPr indent="0" marL="0">
              <a:buNone/>
            </a:pPr>
            <a:r>
              <a:rPr lang="en-US" sz="1400" dirty="0">
                <a:solidFill>
                  <a:schemeClr val="tx1"/>
                </a:solidFill>
              </a:rPr>
              <a:t>아이들이 "어디지?"를 "오디지?"로 발음한 데서</a:t>
            </a:r>
            <a:endParaRPr lang="en-US" sz="1400" dirty="0"/>
          </a:p>
        </p:txBody>
      </p:sp>
      <p:sp>
        <p:nvSpPr>
          <p:cNvPr id="16" name="Shape 13"/>
          <p:cNvSpPr/>
          <p:nvPr/>
        </p:nvSpPr>
        <p:spPr>
          <a:xfrm>
            <a:off x="6172200" y="2697480"/>
            <a:ext cx="5440680" cy="1143000"/>
          </a:xfrm>
          <a:prstGeom prst="roundRect">
            <a:avLst>
              <a:gd name="adj" fmla="val 9600"/>
            </a:avLst>
          </a:prstGeom>
          <a:solidFill>
            <a:schemeClr val="bg2"/>
          </a:solidFill>
          <a:ln/>
        </p:spPr>
      </p:sp>
      <p:sp>
        <p:nvSpPr>
          <p:cNvPr id="17" name="Shape 14"/>
          <p:cNvSpPr/>
          <p:nvPr/>
        </p:nvSpPr>
        <p:spPr>
          <a:xfrm>
            <a:off x="6355080" y="2985516"/>
            <a:ext cx="566928" cy="566928"/>
          </a:xfrm>
          <a:prstGeom prst="ellipse">
            <a:avLst/>
          </a:prstGeom>
          <a:solidFill>
            <a:schemeClr val="accent3"/>
          </a:solidFill>
          <a:ln/>
        </p:spPr>
      </p:sp>
      <p:sp>
        <p:nvSpPr>
          <p:cNvPr id="18" name="Text 15"/>
          <p:cNvSpPr txBox="1"/>
          <p:nvPr/>
        </p:nvSpPr>
        <p:spPr>
          <a:xfrm>
            <a:off x="6355080" y="298551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10</a:t>
            </a:r>
            <a:endParaRPr lang="en-US" sz="1800" dirty="0"/>
          </a:p>
        </p:txBody>
      </p:sp>
      <p:sp>
        <p:nvSpPr>
          <p:cNvPr id="19" name="Text 16"/>
          <p:cNvSpPr txBox="1"/>
          <p:nvPr/>
        </p:nvSpPr>
        <p:spPr>
          <a:xfrm>
            <a:off x="7150608" y="2825496"/>
            <a:ext cx="4233672" cy="384048"/>
          </a:xfrm>
          <a:prstGeom prst="rect">
            <a:avLst/>
          </a:prstGeom>
          <a:noFill/>
          <a:ln/>
        </p:spPr>
        <p:txBody>
          <a:bodyPr wrap="square" lIns="0" tIns="0" rIns="0" bIns="0" rtlCol="0" anchor="ctr"/>
          <a:lstStyle/>
          <a:p>
            <a:pPr indent="0" marL="0">
              <a:buNone/>
            </a:pPr>
            <a:r>
              <a:rPr lang="en-US" sz="1700" b="1" dirty="0">
                <a:solidFill>
                  <a:schemeClr val="tx2"/>
                </a:solidFill>
              </a:rPr>
              <a:t>2021 국내 인기 동영상 TOP 10</a:t>
            </a:r>
            <a:endParaRPr lang="en-US" sz="1700" dirty="0"/>
          </a:p>
        </p:txBody>
      </p:sp>
      <p:sp>
        <p:nvSpPr>
          <p:cNvPr id="20" name="Text 17"/>
          <p:cNvSpPr txBox="1"/>
          <p:nvPr/>
        </p:nvSpPr>
        <p:spPr>
          <a:xfrm>
            <a:off x="7150608" y="3209544"/>
            <a:ext cx="4233672" cy="539496"/>
          </a:xfrm>
          <a:prstGeom prst="rect">
            <a:avLst/>
          </a:prstGeom>
          <a:noFill/>
          <a:ln/>
        </p:spPr>
        <p:txBody>
          <a:bodyPr wrap="square" lIns="0" tIns="0" rIns="0" bIns="0" rtlCol="0" anchor="t"/>
          <a:lstStyle/>
          <a:p>
            <a:pPr indent="0" marL="0">
              <a:buNone/>
            </a:pPr>
            <a:r>
              <a:rPr lang="en-US" sz="1400" dirty="0">
                <a:solidFill>
                  <a:schemeClr val="tx1"/>
                </a:solidFill>
              </a:rPr>
              <a:t>이영현 "요즘 여학생들은 무슨 노래 부르니?"</a:t>
            </a:r>
            <a:endParaRPr lang="en-US" sz="1400" dirty="0"/>
          </a:p>
        </p:txBody>
      </p:sp>
      <p:sp>
        <p:nvSpPr>
          <p:cNvPr id="21" name="Shape 18"/>
          <p:cNvSpPr/>
          <p:nvPr/>
        </p:nvSpPr>
        <p:spPr>
          <a:xfrm>
            <a:off x="6172200" y="3977640"/>
            <a:ext cx="5440680" cy="1097280"/>
          </a:xfrm>
          <a:prstGeom prst="roundRect">
            <a:avLst>
              <a:gd name="adj" fmla="val 10000"/>
            </a:avLst>
          </a:prstGeom>
          <a:solidFill>
            <a:schemeClr val="bg2"/>
          </a:solidFill>
          <a:ln/>
        </p:spPr>
      </p:sp>
      <p:sp>
        <p:nvSpPr>
          <p:cNvPr id="22" name="Shape 19"/>
          <p:cNvSpPr/>
          <p:nvPr/>
        </p:nvSpPr>
        <p:spPr>
          <a:xfrm>
            <a:off x="6355080" y="4242816"/>
            <a:ext cx="566928" cy="566928"/>
          </a:xfrm>
          <a:prstGeom prst="ellipse">
            <a:avLst/>
          </a:prstGeom>
          <a:solidFill>
            <a:schemeClr val="accent1"/>
          </a:solidFill>
          <a:ln/>
        </p:spPr>
      </p:sp>
      <p:sp>
        <p:nvSpPr>
          <p:cNvPr id="23" name="Text 20"/>
          <p:cNvSpPr txBox="1"/>
          <p:nvPr/>
        </p:nvSpPr>
        <p:spPr>
          <a:xfrm>
            <a:off x="6355080" y="424281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4" name="Text 21"/>
          <p:cNvSpPr txBox="1"/>
          <p:nvPr/>
        </p:nvSpPr>
        <p:spPr>
          <a:xfrm>
            <a:off x="7150608" y="4105656"/>
            <a:ext cx="4233672" cy="384048"/>
          </a:xfrm>
          <a:prstGeom prst="rect">
            <a:avLst/>
          </a:prstGeom>
          <a:noFill/>
          <a:ln/>
        </p:spPr>
        <p:txBody>
          <a:bodyPr wrap="square" lIns="0" tIns="0" rIns="0" bIns="0" rtlCol="0" anchor="ctr"/>
          <a:lstStyle/>
          <a:p>
            <a:pPr indent="0" marL="0">
              <a:buNone/>
            </a:pPr>
            <a:r>
              <a:rPr lang="en-US" sz="1700" b="1" dirty="0">
                <a:solidFill>
                  <a:schemeClr val="tx2"/>
                </a:solidFill>
              </a:rPr>
              <a:t>내 채널이라면?</a:t>
            </a:r>
            <a:endParaRPr lang="en-US" sz="1700" dirty="0"/>
          </a:p>
        </p:txBody>
      </p:sp>
      <p:sp>
        <p:nvSpPr>
          <p:cNvPr id="25" name="Text 22"/>
          <p:cNvSpPr txBox="1"/>
          <p:nvPr/>
        </p:nvSpPr>
        <p:spPr>
          <a:xfrm>
            <a:off x="7150608" y="4489704"/>
            <a:ext cx="4233672" cy="493776"/>
          </a:xfrm>
          <a:prstGeom prst="rect">
            <a:avLst/>
          </a:prstGeom>
          <a:noFill/>
          <a:ln/>
        </p:spPr>
        <p:txBody>
          <a:bodyPr wrap="square" lIns="0" tIns="0" rIns="0" bIns="0" rtlCol="0" anchor="t"/>
          <a:lstStyle/>
          <a:p>
            <a:pPr indent="0" marL="0">
              <a:buNone/>
            </a:pPr>
            <a:r>
              <a:rPr lang="en-US" sz="1400" dirty="0">
                <a:solidFill>
                  <a:schemeClr val="tx1"/>
                </a:solidFill>
              </a:rPr>
              <a:t>출연자와 보는 사람을 뒤집어 보기</a:t>
            </a:r>
            <a:endParaRPr lang="en-US" sz="1400" dirty="0"/>
          </a:p>
        </p:txBody>
      </p:sp>
      <p:sp>
        <p:nvSpPr>
          <p:cNvPr id="26" name="Text 23"/>
          <p:cNvSpPr txBox="1"/>
          <p:nvPr/>
        </p:nvSpPr>
        <p:spPr>
          <a:xfrm>
            <a:off x="548640" y="5715000"/>
            <a:ext cx="10972800" cy="274320"/>
          </a:xfrm>
          <a:prstGeom prst="rect">
            <a:avLst/>
          </a:prstGeom>
          <a:noFill/>
          <a:ln/>
        </p:spPr>
        <p:txBody>
          <a:bodyPr wrap="square" lIns="0" tIns="0" rIns="0" bIns="0" rtlCol="0" anchor="t"/>
          <a:lstStyle/>
          <a:p>
            <a:pPr indent="0" marL="0">
              <a:buNone/>
            </a:pPr>
            <a:r>
              <a:rPr lang="en-US" sz="1100" dirty="0">
                <a:solidFill>
                  <a:schemeClr val="accent5"/>
                </a:solidFill>
              </a:rPr>
              <a:t>출처: 유튜브 공식 블로그(2022.5), 마리끌레르(2021.6)</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편집 다음에 오는 것: 마스터링</a:t>
            </a:r>
            <a:endParaRPr lang="en-US" sz="3000" dirty="0"/>
          </a:p>
        </p:txBody>
      </p:sp>
      <p:sp>
        <p:nvSpPr>
          <p:cNvPr id="4" name="Shape 1"/>
          <p:cNvSpPr/>
          <p:nvPr/>
        </p:nvSpPr>
        <p:spPr>
          <a:xfrm>
            <a:off x="548640" y="1463040"/>
            <a:ext cx="2103120" cy="3108960"/>
          </a:xfrm>
          <a:prstGeom prst="roundRect">
            <a:avLst>
              <a:gd name="adj" fmla="val 5217"/>
            </a:avLst>
          </a:prstGeom>
          <a:solidFill>
            <a:schemeClr val="bg2"/>
          </a:solidFill>
          <a:ln/>
        </p:spPr>
      </p:sp>
      <p:sp>
        <p:nvSpPr>
          <p:cNvPr id="5" name="Shape 2"/>
          <p:cNvSpPr/>
          <p:nvPr/>
        </p:nvSpPr>
        <p:spPr>
          <a:xfrm>
            <a:off x="777240" y="1691640"/>
            <a:ext cx="566928" cy="566928"/>
          </a:xfrm>
          <a:prstGeom prst="ellipse">
            <a:avLst/>
          </a:prstGeom>
          <a:solidFill>
            <a:schemeClr val="accent4"/>
          </a:solidFill>
          <a:ln/>
        </p:spPr>
      </p:sp>
      <p:pic>
        <p:nvPicPr>
          <p:cNvPr id="6" name="Image 0" descr="FaVolumeUp">    </p:cNvPr>
          <p:cNvPicPr>
            <a:picLocks noChangeAspect="1"/>
          </p:cNvPicPr>
          <p:nvPr/>
        </p:nvPicPr>
        <p:blipFill>
          <a:blip r:embed="rId1"/>
          <a:stretch>
            <a:fillRect/>
          </a:stretch>
        </p:blipFill>
        <p:spPr>
          <a:xfrm>
            <a:off x="930311" y="1844711"/>
            <a:ext cx="260787" cy="260787"/>
          </a:xfrm>
          <a:prstGeom prst="rect">
            <a:avLst/>
          </a:prstGeom>
        </p:spPr>
      </p:pic>
      <p:sp>
        <p:nvSpPr>
          <p:cNvPr id="7" name="Text 3"/>
          <p:cNvSpPr txBox="1"/>
          <p:nvPr/>
        </p:nvSpPr>
        <p:spPr>
          <a:xfrm>
            <a:off x="777240" y="2395728"/>
            <a:ext cx="1645920" cy="411480"/>
          </a:xfrm>
          <a:prstGeom prst="rect">
            <a:avLst/>
          </a:prstGeom>
          <a:noFill/>
          <a:ln/>
        </p:spPr>
        <p:txBody>
          <a:bodyPr wrap="square" lIns="0" tIns="0" rIns="0" bIns="0" rtlCol="0" anchor="t"/>
          <a:lstStyle/>
          <a:p>
            <a:pPr indent="0" marL="0">
              <a:buNone/>
            </a:pPr>
            <a:r>
              <a:rPr lang="en-US" sz="1600" b="1" dirty="0">
                <a:solidFill>
                  <a:schemeClr val="tx2"/>
                </a:solidFill>
              </a:rPr>
              <a:t>소리 크기</a:t>
            </a:r>
            <a:endParaRPr lang="en-US" sz="1600" dirty="0"/>
          </a:p>
        </p:txBody>
      </p:sp>
      <p:sp>
        <p:nvSpPr>
          <p:cNvPr id="8" name="Text 4"/>
          <p:cNvSpPr txBox="1"/>
          <p:nvPr/>
        </p:nvSpPr>
        <p:spPr>
          <a:xfrm>
            <a:off x="777240" y="2825496"/>
            <a:ext cx="1645920" cy="1563624"/>
          </a:xfrm>
          <a:prstGeom prst="rect">
            <a:avLst/>
          </a:prstGeom>
          <a:noFill/>
          <a:ln/>
        </p:spPr>
        <p:txBody>
          <a:bodyPr wrap="square" lIns="0" tIns="0" rIns="0" bIns="0" rtlCol="0" anchor="t"/>
          <a:lstStyle/>
          <a:p>
            <a:pPr indent="0" marL="0">
              <a:buNone/>
            </a:pPr>
            <a:r>
              <a:rPr lang="en-US" sz="1300" dirty="0">
                <a:solidFill>
                  <a:schemeClr val="tx1"/>
                </a:solidFill>
              </a:rPr>
              <a:t>목소리 &gt; 음악. 플랫폼이 음량을 맞추니 무작정 키우지 않기</a:t>
            </a:r>
            <a:endParaRPr lang="en-US" sz="1300" dirty="0"/>
          </a:p>
        </p:txBody>
      </p:sp>
      <p:sp>
        <p:nvSpPr>
          <p:cNvPr id="9" name="Shape 5"/>
          <p:cNvSpPr/>
          <p:nvPr/>
        </p:nvSpPr>
        <p:spPr>
          <a:xfrm>
            <a:off x="2798064" y="1463040"/>
            <a:ext cx="2103120" cy="3108960"/>
          </a:xfrm>
          <a:prstGeom prst="roundRect">
            <a:avLst>
              <a:gd name="adj" fmla="val 5217"/>
            </a:avLst>
          </a:prstGeom>
          <a:solidFill>
            <a:schemeClr val="bg2"/>
          </a:solidFill>
          <a:ln/>
        </p:spPr>
      </p:sp>
      <p:sp>
        <p:nvSpPr>
          <p:cNvPr id="10" name="Shape 6"/>
          <p:cNvSpPr/>
          <p:nvPr/>
        </p:nvSpPr>
        <p:spPr>
          <a:xfrm>
            <a:off x="3026664" y="1691640"/>
            <a:ext cx="566928" cy="566928"/>
          </a:xfrm>
          <a:prstGeom prst="ellipse">
            <a:avLst/>
          </a:prstGeom>
          <a:solidFill>
            <a:schemeClr val="accent3"/>
          </a:solidFill>
          <a:ln/>
        </p:spPr>
      </p:sp>
      <p:pic>
        <p:nvPicPr>
          <p:cNvPr id="11" name="Image 1" descr="FaPalette">    </p:cNvPr>
          <p:cNvPicPr>
            <a:picLocks noChangeAspect="1"/>
          </p:cNvPicPr>
          <p:nvPr/>
        </p:nvPicPr>
        <p:blipFill>
          <a:blip r:embed="rId2"/>
          <a:stretch>
            <a:fillRect/>
          </a:stretch>
        </p:blipFill>
        <p:spPr>
          <a:xfrm>
            <a:off x="3179735" y="1844711"/>
            <a:ext cx="260787" cy="260787"/>
          </a:xfrm>
          <a:prstGeom prst="rect">
            <a:avLst/>
          </a:prstGeom>
        </p:spPr>
      </p:pic>
      <p:sp>
        <p:nvSpPr>
          <p:cNvPr id="12" name="Text 7"/>
          <p:cNvSpPr txBox="1"/>
          <p:nvPr/>
        </p:nvSpPr>
        <p:spPr>
          <a:xfrm>
            <a:off x="3026664" y="2395728"/>
            <a:ext cx="1645920" cy="411480"/>
          </a:xfrm>
          <a:prstGeom prst="rect">
            <a:avLst/>
          </a:prstGeom>
          <a:noFill/>
          <a:ln/>
        </p:spPr>
        <p:txBody>
          <a:bodyPr wrap="square" lIns="0" tIns="0" rIns="0" bIns="0" rtlCol="0" anchor="t"/>
          <a:lstStyle/>
          <a:p>
            <a:pPr indent="0" marL="0">
              <a:buNone/>
            </a:pPr>
            <a:r>
              <a:rPr lang="en-US" sz="1600" b="1" dirty="0">
                <a:solidFill>
                  <a:schemeClr val="tx2"/>
                </a:solidFill>
              </a:rPr>
              <a:t>색 · 밝기</a:t>
            </a:r>
            <a:endParaRPr lang="en-US" sz="1600" dirty="0"/>
          </a:p>
        </p:txBody>
      </p:sp>
      <p:sp>
        <p:nvSpPr>
          <p:cNvPr id="13" name="Text 8"/>
          <p:cNvSpPr txBox="1"/>
          <p:nvPr/>
        </p:nvSpPr>
        <p:spPr>
          <a:xfrm>
            <a:off x="3026664" y="2825496"/>
            <a:ext cx="1645920" cy="1563624"/>
          </a:xfrm>
          <a:prstGeom prst="rect">
            <a:avLst/>
          </a:prstGeom>
          <a:noFill/>
          <a:ln/>
        </p:spPr>
        <p:txBody>
          <a:bodyPr wrap="square" lIns="0" tIns="0" rIns="0" bIns="0" rtlCol="0" anchor="t"/>
          <a:lstStyle/>
          <a:p>
            <a:pPr indent="0" marL="0">
              <a:buNone/>
            </a:pPr>
            <a:r>
              <a:rPr lang="en-US" sz="1300" dirty="0">
                <a:solidFill>
                  <a:schemeClr val="tx1"/>
                </a:solidFill>
              </a:rPr>
              <a:t>클립마다 톤을 한 가지로</a:t>
            </a:r>
            <a:endParaRPr lang="en-US" sz="1300" dirty="0"/>
          </a:p>
        </p:txBody>
      </p:sp>
      <p:sp>
        <p:nvSpPr>
          <p:cNvPr id="14" name="Shape 9"/>
          <p:cNvSpPr/>
          <p:nvPr/>
        </p:nvSpPr>
        <p:spPr>
          <a:xfrm>
            <a:off x="5047488" y="1463040"/>
            <a:ext cx="2103120" cy="3108960"/>
          </a:xfrm>
          <a:prstGeom prst="roundRect">
            <a:avLst>
              <a:gd name="adj" fmla="val 5217"/>
            </a:avLst>
          </a:prstGeom>
          <a:solidFill>
            <a:schemeClr val="bg2"/>
          </a:solidFill>
          <a:ln/>
        </p:spPr>
      </p:sp>
      <p:sp>
        <p:nvSpPr>
          <p:cNvPr id="15" name="Shape 10"/>
          <p:cNvSpPr/>
          <p:nvPr/>
        </p:nvSpPr>
        <p:spPr>
          <a:xfrm>
            <a:off x="5276088" y="1691640"/>
            <a:ext cx="566928" cy="566928"/>
          </a:xfrm>
          <a:prstGeom prst="ellipse">
            <a:avLst/>
          </a:prstGeom>
          <a:solidFill>
            <a:schemeClr val="accent2"/>
          </a:solidFill>
          <a:ln/>
        </p:spPr>
      </p:sp>
      <p:pic>
        <p:nvPicPr>
          <p:cNvPr id="16" name="Image 2" descr="FaFont">    </p:cNvPr>
          <p:cNvPicPr>
            <a:picLocks noChangeAspect="1"/>
          </p:cNvPicPr>
          <p:nvPr/>
        </p:nvPicPr>
        <p:blipFill>
          <a:blip r:embed="rId3"/>
          <a:stretch>
            <a:fillRect/>
          </a:stretch>
        </p:blipFill>
        <p:spPr>
          <a:xfrm>
            <a:off x="5429159" y="1844711"/>
            <a:ext cx="260787" cy="260787"/>
          </a:xfrm>
          <a:prstGeom prst="rect">
            <a:avLst/>
          </a:prstGeom>
        </p:spPr>
      </p:pic>
      <p:sp>
        <p:nvSpPr>
          <p:cNvPr id="17" name="Text 11"/>
          <p:cNvSpPr txBox="1"/>
          <p:nvPr/>
        </p:nvSpPr>
        <p:spPr>
          <a:xfrm>
            <a:off x="5276088" y="2395728"/>
            <a:ext cx="1645920" cy="411480"/>
          </a:xfrm>
          <a:prstGeom prst="rect">
            <a:avLst/>
          </a:prstGeom>
          <a:noFill/>
          <a:ln/>
        </p:spPr>
        <p:txBody>
          <a:bodyPr wrap="square" lIns="0" tIns="0" rIns="0" bIns="0" rtlCol="0" anchor="t"/>
          <a:lstStyle/>
          <a:p>
            <a:pPr indent="0" marL="0">
              <a:buNone/>
            </a:pPr>
            <a:r>
              <a:rPr lang="en-US" sz="1600" b="1" dirty="0">
                <a:solidFill>
                  <a:schemeClr val="tx2"/>
                </a:solidFill>
              </a:rPr>
              <a:t>자막 점검</a:t>
            </a:r>
            <a:endParaRPr lang="en-US" sz="1600" dirty="0"/>
          </a:p>
        </p:txBody>
      </p:sp>
      <p:sp>
        <p:nvSpPr>
          <p:cNvPr id="18" name="Text 12"/>
          <p:cNvSpPr txBox="1"/>
          <p:nvPr/>
        </p:nvSpPr>
        <p:spPr>
          <a:xfrm>
            <a:off x="5276088" y="2825496"/>
            <a:ext cx="1645920" cy="1563624"/>
          </a:xfrm>
          <a:prstGeom prst="rect">
            <a:avLst/>
          </a:prstGeom>
          <a:noFill/>
          <a:ln/>
        </p:spPr>
        <p:txBody>
          <a:bodyPr wrap="square" lIns="0" tIns="0" rIns="0" bIns="0" rtlCol="0" anchor="t"/>
          <a:lstStyle/>
          <a:p>
            <a:pPr indent="0" marL="0">
              <a:buNone/>
            </a:pPr>
            <a:r>
              <a:rPr lang="en-US" sz="1300" dirty="0">
                <a:solidFill>
                  <a:schemeClr val="tx1"/>
                </a:solidFill>
              </a:rPr>
              <a:t>오탈자, 잘린 글자, 버튼에 가리는 위치</a:t>
            </a:r>
            <a:endParaRPr lang="en-US" sz="1300" dirty="0"/>
          </a:p>
        </p:txBody>
      </p:sp>
      <p:sp>
        <p:nvSpPr>
          <p:cNvPr id="19" name="Shape 13"/>
          <p:cNvSpPr/>
          <p:nvPr/>
        </p:nvSpPr>
        <p:spPr>
          <a:xfrm>
            <a:off x="7296912" y="1463040"/>
            <a:ext cx="2103120" cy="3108960"/>
          </a:xfrm>
          <a:prstGeom prst="roundRect">
            <a:avLst>
              <a:gd name="adj" fmla="val 5217"/>
            </a:avLst>
          </a:prstGeom>
          <a:solidFill>
            <a:schemeClr val="bg2"/>
          </a:solidFill>
          <a:ln/>
        </p:spPr>
      </p:sp>
      <p:sp>
        <p:nvSpPr>
          <p:cNvPr id="20" name="Shape 14"/>
          <p:cNvSpPr/>
          <p:nvPr/>
        </p:nvSpPr>
        <p:spPr>
          <a:xfrm>
            <a:off x="7525512" y="1691640"/>
            <a:ext cx="566928" cy="566928"/>
          </a:xfrm>
          <a:prstGeom prst="ellipse">
            <a:avLst/>
          </a:prstGeom>
          <a:solidFill>
            <a:schemeClr val="accent1"/>
          </a:solidFill>
          <a:ln/>
        </p:spPr>
      </p:sp>
      <p:pic>
        <p:nvPicPr>
          <p:cNvPr id="21" name="Image 3" descr="FaExpand">    </p:cNvPr>
          <p:cNvPicPr>
            <a:picLocks noChangeAspect="1"/>
          </p:cNvPicPr>
          <p:nvPr/>
        </p:nvPicPr>
        <p:blipFill>
          <a:blip r:embed="rId4"/>
          <a:stretch>
            <a:fillRect/>
          </a:stretch>
        </p:blipFill>
        <p:spPr>
          <a:xfrm>
            <a:off x="7678583" y="1844711"/>
            <a:ext cx="260787" cy="260787"/>
          </a:xfrm>
          <a:prstGeom prst="rect">
            <a:avLst/>
          </a:prstGeom>
        </p:spPr>
      </p:pic>
      <p:sp>
        <p:nvSpPr>
          <p:cNvPr id="22" name="Text 15"/>
          <p:cNvSpPr txBox="1"/>
          <p:nvPr/>
        </p:nvSpPr>
        <p:spPr>
          <a:xfrm>
            <a:off x="7525512" y="2395728"/>
            <a:ext cx="1645920" cy="411480"/>
          </a:xfrm>
          <a:prstGeom prst="rect">
            <a:avLst/>
          </a:prstGeom>
          <a:noFill/>
          <a:ln/>
        </p:spPr>
        <p:txBody>
          <a:bodyPr wrap="square" lIns="0" tIns="0" rIns="0" bIns="0" rtlCol="0" anchor="t"/>
          <a:lstStyle/>
          <a:p>
            <a:pPr indent="0" marL="0">
              <a:buNone/>
            </a:pPr>
            <a:r>
              <a:rPr lang="en-US" sz="1600" b="1" dirty="0">
                <a:solidFill>
                  <a:schemeClr val="tx2"/>
                </a:solidFill>
              </a:rPr>
              <a:t>내보내기 규격</a:t>
            </a:r>
            <a:endParaRPr lang="en-US" sz="1600" dirty="0"/>
          </a:p>
        </p:txBody>
      </p:sp>
      <p:sp>
        <p:nvSpPr>
          <p:cNvPr id="23" name="Text 16"/>
          <p:cNvSpPr txBox="1"/>
          <p:nvPr/>
        </p:nvSpPr>
        <p:spPr>
          <a:xfrm>
            <a:off x="7525512" y="2825496"/>
            <a:ext cx="1645920" cy="1563624"/>
          </a:xfrm>
          <a:prstGeom prst="rect">
            <a:avLst/>
          </a:prstGeom>
          <a:noFill/>
          <a:ln/>
        </p:spPr>
        <p:txBody>
          <a:bodyPr wrap="square" lIns="0" tIns="0" rIns="0" bIns="0" rtlCol="0" anchor="t"/>
          <a:lstStyle/>
          <a:p>
            <a:pPr indent="0" marL="0">
              <a:buNone/>
            </a:pPr>
            <a:r>
              <a:rPr lang="en-US" sz="1300" dirty="0">
                <a:solidFill>
                  <a:schemeClr val="tx1"/>
                </a:solidFill>
              </a:rPr>
              <a:t>해상도 · 프레임 · 비율</a:t>
            </a:r>
            <a:endParaRPr lang="en-US" sz="1300" dirty="0"/>
          </a:p>
        </p:txBody>
      </p:sp>
      <p:sp>
        <p:nvSpPr>
          <p:cNvPr id="24" name="Shape 17"/>
          <p:cNvSpPr/>
          <p:nvPr/>
        </p:nvSpPr>
        <p:spPr>
          <a:xfrm>
            <a:off x="9546336" y="1463040"/>
            <a:ext cx="2103120" cy="3108960"/>
          </a:xfrm>
          <a:prstGeom prst="roundRect">
            <a:avLst>
              <a:gd name="adj" fmla="val 5217"/>
            </a:avLst>
          </a:prstGeom>
          <a:solidFill>
            <a:schemeClr val="bg2"/>
          </a:solidFill>
          <a:ln/>
        </p:spPr>
      </p:sp>
      <p:sp>
        <p:nvSpPr>
          <p:cNvPr id="25" name="Shape 18"/>
          <p:cNvSpPr/>
          <p:nvPr/>
        </p:nvSpPr>
        <p:spPr>
          <a:xfrm>
            <a:off x="9774936" y="1691640"/>
            <a:ext cx="566928" cy="566928"/>
          </a:xfrm>
          <a:prstGeom prst="ellipse">
            <a:avLst/>
          </a:prstGeom>
          <a:solidFill>
            <a:schemeClr val="tx2"/>
          </a:solidFill>
          <a:ln/>
        </p:spPr>
      </p:sp>
      <p:pic>
        <p:nvPicPr>
          <p:cNvPr id="26" name="Image 4" descr="FaCheckDouble">    </p:cNvPr>
          <p:cNvPicPr>
            <a:picLocks noChangeAspect="1"/>
          </p:cNvPicPr>
          <p:nvPr/>
        </p:nvPicPr>
        <p:blipFill>
          <a:blip r:embed="rId5"/>
          <a:stretch>
            <a:fillRect/>
          </a:stretch>
        </p:blipFill>
        <p:spPr>
          <a:xfrm>
            <a:off x="9928007" y="1844711"/>
            <a:ext cx="260787" cy="260787"/>
          </a:xfrm>
          <a:prstGeom prst="rect">
            <a:avLst/>
          </a:prstGeom>
        </p:spPr>
      </p:pic>
      <p:sp>
        <p:nvSpPr>
          <p:cNvPr id="27" name="Text 19"/>
          <p:cNvSpPr txBox="1"/>
          <p:nvPr/>
        </p:nvSpPr>
        <p:spPr>
          <a:xfrm>
            <a:off x="9774936" y="2395728"/>
            <a:ext cx="1645920" cy="411480"/>
          </a:xfrm>
          <a:prstGeom prst="rect">
            <a:avLst/>
          </a:prstGeom>
          <a:noFill/>
          <a:ln/>
        </p:spPr>
        <p:txBody>
          <a:bodyPr wrap="square" lIns="0" tIns="0" rIns="0" bIns="0" rtlCol="0" anchor="t"/>
          <a:lstStyle/>
          <a:p>
            <a:pPr indent="0" marL="0">
              <a:buNone/>
            </a:pPr>
            <a:r>
              <a:rPr lang="en-US" sz="1600" b="1" dirty="0">
                <a:solidFill>
                  <a:schemeClr val="tx2"/>
                </a:solidFill>
              </a:rPr>
              <a:t>최종 검수</a:t>
            </a:r>
            <a:endParaRPr lang="en-US" sz="1600" dirty="0"/>
          </a:p>
        </p:txBody>
      </p:sp>
      <p:sp>
        <p:nvSpPr>
          <p:cNvPr id="28" name="Text 20"/>
          <p:cNvSpPr txBox="1"/>
          <p:nvPr/>
        </p:nvSpPr>
        <p:spPr>
          <a:xfrm>
            <a:off x="9774936" y="2825496"/>
            <a:ext cx="1645920" cy="1563624"/>
          </a:xfrm>
          <a:prstGeom prst="rect">
            <a:avLst/>
          </a:prstGeom>
          <a:noFill/>
          <a:ln/>
        </p:spPr>
        <p:txBody>
          <a:bodyPr wrap="square" lIns="0" tIns="0" rIns="0" bIns="0" rtlCol="0" anchor="t"/>
          <a:lstStyle/>
          <a:p>
            <a:pPr indent="0" marL="0">
              <a:buNone/>
            </a:pPr>
            <a:r>
              <a:rPr lang="en-US" sz="1300" dirty="0">
                <a:solidFill>
                  <a:schemeClr val="tx1"/>
                </a:solidFill>
              </a:rPr>
              <a:t>소리 켜고 한 번, 끄고 한 번</a:t>
            </a:r>
            <a:endParaRPr lang="en-US" sz="1300" dirty="0"/>
          </a:p>
        </p:txBody>
      </p:sp>
      <p:sp>
        <p:nvSpPr>
          <p:cNvPr id="29" name="Shape 21"/>
          <p:cNvSpPr/>
          <p:nvPr/>
        </p:nvSpPr>
        <p:spPr>
          <a:xfrm>
            <a:off x="548640" y="4937760"/>
            <a:ext cx="11064240" cy="502920"/>
          </a:xfrm>
          <a:prstGeom prst="roundRect">
            <a:avLst>
              <a:gd name="adj" fmla="val 18182"/>
            </a:avLst>
          </a:prstGeom>
          <a:solidFill>
            <a:schemeClr val="accent6"/>
          </a:solidFill>
          <a:ln/>
        </p:spPr>
      </p:sp>
      <p:sp>
        <p:nvSpPr>
          <p:cNvPr id="30" name="Text 22"/>
          <p:cNvSpPr txBox="1"/>
          <p:nvPr/>
        </p:nvSpPr>
        <p:spPr>
          <a:xfrm>
            <a:off x="777240" y="493776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직접 해 보는 건 5회차. 오늘은 '편집이 끝이 아니다'만 기억하세요</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플랫폼마다 화면이 다르다</a:t>
            </a:r>
            <a:endParaRPr lang="en-US" sz="3000" dirty="0"/>
          </a:p>
        </p:txBody>
      </p:sp>
      <p:sp>
        <p:nvSpPr>
          <p:cNvPr id="4" name="Shape 1"/>
          <p:cNvSpPr/>
          <p:nvPr/>
        </p:nvSpPr>
        <p:spPr>
          <a:xfrm>
            <a:off x="548640" y="1508760"/>
            <a:ext cx="1737360" cy="3090672"/>
          </a:xfrm>
          <a:prstGeom prst="roundRect">
            <a:avLst>
              <a:gd name="adj" fmla="val 6316"/>
            </a:avLst>
          </a:prstGeom>
          <a:solidFill>
            <a:schemeClr val="bg2"/>
          </a:solidFill>
          <a:ln w="31750">
            <a:solidFill>
              <a:schemeClr val="accent3"/>
            </a:solidFill>
            <a:prstDash val="solid"/>
          </a:ln>
        </p:spPr>
      </p:sp>
      <p:sp>
        <p:nvSpPr>
          <p:cNvPr id="5" name="Shape 2"/>
          <p:cNvSpPr/>
          <p:nvPr/>
        </p:nvSpPr>
        <p:spPr>
          <a:xfrm>
            <a:off x="1051560" y="2688336"/>
            <a:ext cx="731520" cy="731520"/>
          </a:xfrm>
          <a:prstGeom prst="ellipse">
            <a:avLst/>
          </a:prstGeom>
          <a:solidFill>
            <a:schemeClr val="accent3"/>
          </a:solidFill>
          <a:ln/>
        </p:spPr>
      </p:sp>
      <p:pic>
        <p:nvPicPr>
          <p:cNvPr id="6" name="Image 0" descr="FaYoutube">    </p:cNvPr>
          <p:cNvPicPr>
            <a:picLocks noChangeAspect="1"/>
          </p:cNvPicPr>
          <p:nvPr/>
        </p:nvPicPr>
        <p:blipFill>
          <a:blip r:embed="rId1"/>
          <a:stretch>
            <a:fillRect/>
          </a:stretch>
        </p:blipFill>
        <p:spPr>
          <a:xfrm>
            <a:off x="1249070" y="2885846"/>
            <a:ext cx="336499" cy="336499"/>
          </a:xfrm>
          <a:prstGeom prst="rect">
            <a:avLst/>
          </a:prstGeom>
        </p:spPr>
      </p:pic>
      <p:sp>
        <p:nvSpPr>
          <p:cNvPr id="7" name="Text 3"/>
          <p:cNvSpPr txBox="1"/>
          <p:nvPr/>
        </p:nvSpPr>
        <p:spPr>
          <a:xfrm>
            <a:off x="365760" y="4754880"/>
            <a:ext cx="2103120" cy="365760"/>
          </a:xfrm>
          <a:prstGeom prst="rect">
            <a:avLst/>
          </a:prstGeom>
          <a:noFill/>
          <a:ln/>
        </p:spPr>
        <p:txBody>
          <a:bodyPr wrap="square" lIns="0" tIns="0" rIns="0" bIns="0" rtlCol="0" anchor="t"/>
          <a:lstStyle/>
          <a:p>
            <a:pPr algn="ctr" indent="0" marL="0">
              <a:buNone/>
            </a:pPr>
            <a:r>
              <a:rPr lang="en-US" sz="1600" b="1" dirty="0">
                <a:solidFill>
                  <a:schemeClr val="tx2"/>
                </a:solidFill>
              </a:rPr>
              <a:t>유튜브 쇼츠</a:t>
            </a:r>
            <a:endParaRPr lang="en-US" sz="1600" dirty="0"/>
          </a:p>
        </p:txBody>
      </p:sp>
      <p:sp>
        <p:nvSpPr>
          <p:cNvPr id="8" name="Text 4"/>
          <p:cNvSpPr txBox="1"/>
          <p:nvPr/>
        </p:nvSpPr>
        <p:spPr>
          <a:xfrm>
            <a:off x="365760" y="5120640"/>
            <a:ext cx="2103120" cy="320040"/>
          </a:xfrm>
          <a:prstGeom prst="rect">
            <a:avLst/>
          </a:prstGeom>
          <a:noFill/>
          <a:ln/>
        </p:spPr>
        <p:txBody>
          <a:bodyPr wrap="square" lIns="0" tIns="0" rIns="0" bIns="0" rtlCol="0" anchor="t"/>
          <a:lstStyle/>
          <a:p>
            <a:pPr algn="ctr" indent="0" marL="0">
              <a:buNone/>
            </a:pPr>
            <a:r>
              <a:rPr lang="en-US" sz="1300" dirty="0">
                <a:solidFill>
                  <a:schemeClr val="accent5"/>
                </a:solidFill>
              </a:rPr>
              <a:t>9:16 · 1080×1920</a:t>
            </a:r>
            <a:endParaRPr lang="en-US" sz="1300" dirty="0"/>
          </a:p>
        </p:txBody>
      </p:sp>
      <p:sp>
        <p:nvSpPr>
          <p:cNvPr id="9" name="Shape 5"/>
          <p:cNvSpPr/>
          <p:nvPr/>
        </p:nvSpPr>
        <p:spPr>
          <a:xfrm>
            <a:off x="2834640" y="1508760"/>
            <a:ext cx="1737360" cy="3090672"/>
          </a:xfrm>
          <a:prstGeom prst="roundRect">
            <a:avLst>
              <a:gd name="adj" fmla="val 6316"/>
            </a:avLst>
          </a:prstGeom>
          <a:solidFill>
            <a:schemeClr val="bg2"/>
          </a:solidFill>
          <a:ln w="31750">
            <a:solidFill>
              <a:schemeClr val="accent1"/>
            </a:solidFill>
            <a:prstDash val="solid"/>
          </a:ln>
        </p:spPr>
      </p:sp>
      <p:sp>
        <p:nvSpPr>
          <p:cNvPr id="10" name="Shape 6"/>
          <p:cNvSpPr/>
          <p:nvPr/>
        </p:nvSpPr>
        <p:spPr>
          <a:xfrm>
            <a:off x="3337560" y="2688336"/>
            <a:ext cx="731520" cy="731520"/>
          </a:xfrm>
          <a:prstGeom prst="ellipse">
            <a:avLst/>
          </a:prstGeom>
          <a:solidFill>
            <a:schemeClr val="accent1"/>
          </a:solidFill>
          <a:ln/>
        </p:spPr>
      </p:sp>
      <p:pic>
        <p:nvPicPr>
          <p:cNvPr id="11" name="Image 1" descr="FaInstagram">    </p:cNvPr>
          <p:cNvPicPr>
            <a:picLocks noChangeAspect="1"/>
          </p:cNvPicPr>
          <p:nvPr/>
        </p:nvPicPr>
        <p:blipFill>
          <a:blip r:embed="rId2"/>
          <a:stretch>
            <a:fillRect/>
          </a:stretch>
        </p:blipFill>
        <p:spPr>
          <a:xfrm>
            <a:off x="3535070" y="2885846"/>
            <a:ext cx="336499" cy="336499"/>
          </a:xfrm>
          <a:prstGeom prst="rect">
            <a:avLst/>
          </a:prstGeom>
        </p:spPr>
      </p:pic>
      <p:sp>
        <p:nvSpPr>
          <p:cNvPr id="12" name="Text 7"/>
          <p:cNvSpPr txBox="1"/>
          <p:nvPr/>
        </p:nvSpPr>
        <p:spPr>
          <a:xfrm>
            <a:off x="2651760" y="4754880"/>
            <a:ext cx="2103120" cy="365760"/>
          </a:xfrm>
          <a:prstGeom prst="rect">
            <a:avLst/>
          </a:prstGeom>
          <a:noFill/>
          <a:ln/>
        </p:spPr>
        <p:txBody>
          <a:bodyPr wrap="square" lIns="0" tIns="0" rIns="0" bIns="0" rtlCol="0" anchor="t"/>
          <a:lstStyle/>
          <a:p>
            <a:pPr algn="ctr" indent="0" marL="0">
              <a:buNone/>
            </a:pPr>
            <a:r>
              <a:rPr lang="en-US" sz="1600" b="1" dirty="0">
                <a:solidFill>
                  <a:schemeClr val="tx2"/>
                </a:solidFill>
              </a:rPr>
              <a:t>인스타그램 릴스</a:t>
            </a:r>
            <a:endParaRPr lang="en-US" sz="1600" dirty="0"/>
          </a:p>
        </p:txBody>
      </p:sp>
      <p:sp>
        <p:nvSpPr>
          <p:cNvPr id="13" name="Text 8"/>
          <p:cNvSpPr txBox="1"/>
          <p:nvPr/>
        </p:nvSpPr>
        <p:spPr>
          <a:xfrm>
            <a:off x="2651760" y="5120640"/>
            <a:ext cx="2103120" cy="320040"/>
          </a:xfrm>
          <a:prstGeom prst="rect">
            <a:avLst/>
          </a:prstGeom>
          <a:noFill/>
          <a:ln/>
        </p:spPr>
        <p:txBody>
          <a:bodyPr wrap="square" lIns="0" tIns="0" rIns="0" bIns="0" rtlCol="0" anchor="t"/>
          <a:lstStyle/>
          <a:p>
            <a:pPr algn="ctr" indent="0" marL="0">
              <a:buNone/>
            </a:pPr>
            <a:r>
              <a:rPr lang="en-US" sz="1300" dirty="0">
                <a:solidFill>
                  <a:schemeClr val="accent5"/>
                </a:solidFill>
              </a:rPr>
              <a:t>9:16 · 1080×1920</a:t>
            </a:r>
            <a:endParaRPr lang="en-US" sz="1300" dirty="0"/>
          </a:p>
        </p:txBody>
      </p:sp>
      <p:sp>
        <p:nvSpPr>
          <p:cNvPr id="14" name="Shape 9"/>
          <p:cNvSpPr/>
          <p:nvPr/>
        </p:nvSpPr>
        <p:spPr>
          <a:xfrm>
            <a:off x="5120640" y="1508760"/>
            <a:ext cx="1737360" cy="3090672"/>
          </a:xfrm>
          <a:prstGeom prst="roundRect">
            <a:avLst>
              <a:gd name="adj" fmla="val 6316"/>
            </a:avLst>
          </a:prstGeom>
          <a:solidFill>
            <a:schemeClr val="bg2"/>
          </a:solidFill>
          <a:ln w="31750">
            <a:solidFill>
              <a:schemeClr val="tx1"/>
            </a:solidFill>
            <a:prstDash val="solid"/>
          </a:ln>
        </p:spPr>
      </p:sp>
      <p:sp>
        <p:nvSpPr>
          <p:cNvPr id="15" name="Shape 10"/>
          <p:cNvSpPr/>
          <p:nvPr/>
        </p:nvSpPr>
        <p:spPr>
          <a:xfrm>
            <a:off x="5623560" y="2688336"/>
            <a:ext cx="731520" cy="731520"/>
          </a:xfrm>
          <a:prstGeom prst="ellipse">
            <a:avLst/>
          </a:prstGeom>
          <a:solidFill>
            <a:schemeClr val="tx1"/>
          </a:solidFill>
          <a:ln/>
        </p:spPr>
      </p:sp>
      <p:pic>
        <p:nvPicPr>
          <p:cNvPr id="16" name="Image 2" descr="FaTiktok">    </p:cNvPr>
          <p:cNvPicPr>
            <a:picLocks noChangeAspect="1"/>
          </p:cNvPicPr>
          <p:nvPr/>
        </p:nvPicPr>
        <p:blipFill>
          <a:blip r:embed="rId3"/>
          <a:stretch>
            <a:fillRect/>
          </a:stretch>
        </p:blipFill>
        <p:spPr>
          <a:xfrm>
            <a:off x="5821070" y="2885846"/>
            <a:ext cx="336499" cy="336499"/>
          </a:xfrm>
          <a:prstGeom prst="rect">
            <a:avLst/>
          </a:prstGeom>
        </p:spPr>
      </p:pic>
      <p:sp>
        <p:nvSpPr>
          <p:cNvPr id="17" name="Text 11"/>
          <p:cNvSpPr txBox="1"/>
          <p:nvPr/>
        </p:nvSpPr>
        <p:spPr>
          <a:xfrm>
            <a:off x="4937760" y="4754880"/>
            <a:ext cx="2103120" cy="365760"/>
          </a:xfrm>
          <a:prstGeom prst="rect">
            <a:avLst/>
          </a:prstGeom>
          <a:noFill/>
          <a:ln/>
        </p:spPr>
        <p:txBody>
          <a:bodyPr wrap="square" lIns="0" tIns="0" rIns="0" bIns="0" rtlCol="0" anchor="t"/>
          <a:lstStyle/>
          <a:p>
            <a:pPr algn="ctr" indent="0" marL="0">
              <a:buNone/>
            </a:pPr>
            <a:r>
              <a:rPr lang="en-US" sz="1600" b="1" dirty="0">
                <a:solidFill>
                  <a:schemeClr val="tx2"/>
                </a:solidFill>
              </a:rPr>
              <a:t>틱톡</a:t>
            </a:r>
            <a:endParaRPr lang="en-US" sz="1600" dirty="0"/>
          </a:p>
        </p:txBody>
      </p:sp>
      <p:sp>
        <p:nvSpPr>
          <p:cNvPr id="18" name="Text 12"/>
          <p:cNvSpPr txBox="1"/>
          <p:nvPr/>
        </p:nvSpPr>
        <p:spPr>
          <a:xfrm>
            <a:off x="4937760" y="5120640"/>
            <a:ext cx="2103120" cy="320040"/>
          </a:xfrm>
          <a:prstGeom prst="rect">
            <a:avLst/>
          </a:prstGeom>
          <a:noFill/>
          <a:ln/>
        </p:spPr>
        <p:txBody>
          <a:bodyPr wrap="square" lIns="0" tIns="0" rIns="0" bIns="0" rtlCol="0" anchor="t"/>
          <a:lstStyle/>
          <a:p>
            <a:pPr algn="ctr" indent="0" marL="0">
              <a:buNone/>
            </a:pPr>
            <a:r>
              <a:rPr lang="en-US" sz="1300" dirty="0">
                <a:solidFill>
                  <a:schemeClr val="accent5"/>
                </a:solidFill>
              </a:rPr>
              <a:t>9:16 · 1080×1920</a:t>
            </a:r>
            <a:endParaRPr lang="en-US" sz="1300" dirty="0"/>
          </a:p>
        </p:txBody>
      </p:sp>
      <p:sp>
        <p:nvSpPr>
          <p:cNvPr id="19" name="Shape 13"/>
          <p:cNvSpPr/>
          <p:nvPr/>
        </p:nvSpPr>
        <p:spPr>
          <a:xfrm>
            <a:off x="7406640" y="2441448"/>
            <a:ext cx="3840480" cy="2157984"/>
          </a:xfrm>
          <a:prstGeom prst="roundRect">
            <a:avLst>
              <a:gd name="adj" fmla="val 5085"/>
            </a:avLst>
          </a:prstGeom>
          <a:solidFill>
            <a:schemeClr val="bg2"/>
          </a:solidFill>
          <a:ln w="31750">
            <a:solidFill>
              <a:schemeClr val="accent4"/>
            </a:solidFill>
            <a:prstDash val="solid"/>
          </a:ln>
        </p:spPr>
      </p:sp>
      <p:sp>
        <p:nvSpPr>
          <p:cNvPr id="20" name="Shape 14"/>
          <p:cNvSpPr/>
          <p:nvPr/>
        </p:nvSpPr>
        <p:spPr>
          <a:xfrm>
            <a:off x="8961120" y="3154680"/>
            <a:ext cx="731520" cy="731520"/>
          </a:xfrm>
          <a:prstGeom prst="ellipse">
            <a:avLst/>
          </a:prstGeom>
          <a:solidFill>
            <a:schemeClr val="accent4"/>
          </a:solidFill>
          <a:ln/>
        </p:spPr>
      </p:sp>
      <p:pic>
        <p:nvPicPr>
          <p:cNvPr id="21" name="Image 3" descr="FaYoutube">    </p:cNvPr>
          <p:cNvPicPr>
            <a:picLocks noChangeAspect="1"/>
          </p:cNvPicPr>
          <p:nvPr/>
        </p:nvPicPr>
        <p:blipFill>
          <a:blip r:embed="rId4"/>
          <a:stretch>
            <a:fillRect/>
          </a:stretch>
        </p:blipFill>
        <p:spPr>
          <a:xfrm>
            <a:off x="9158630" y="3352190"/>
            <a:ext cx="336499" cy="336499"/>
          </a:xfrm>
          <a:prstGeom prst="rect">
            <a:avLst/>
          </a:prstGeom>
        </p:spPr>
      </p:pic>
      <p:sp>
        <p:nvSpPr>
          <p:cNvPr id="22" name="Text 15"/>
          <p:cNvSpPr txBox="1"/>
          <p:nvPr/>
        </p:nvSpPr>
        <p:spPr>
          <a:xfrm>
            <a:off x="7223760" y="4754880"/>
            <a:ext cx="4206240" cy="365760"/>
          </a:xfrm>
          <a:prstGeom prst="rect">
            <a:avLst/>
          </a:prstGeom>
          <a:noFill/>
          <a:ln/>
        </p:spPr>
        <p:txBody>
          <a:bodyPr wrap="square" lIns="0" tIns="0" rIns="0" bIns="0" rtlCol="0" anchor="t"/>
          <a:lstStyle/>
          <a:p>
            <a:pPr algn="ctr" indent="0" marL="0">
              <a:buNone/>
            </a:pPr>
            <a:r>
              <a:rPr lang="en-US" sz="1600" b="1" dirty="0">
                <a:solidFill>
                  <a:schemeClr val="tx2"/>
                </a:solidFill>
              </a:rPr>
              <a:t>유튜브 롱폼</a:t>
            </a:r>
            <a:endParaRPr lang="en-US" sz="1600" dirty="0"/>
          </a:p>
        </p:txBody>
      </p:sp>
      <p:sp>
        <p:nvSpPr>
          <p:cNvPr id="23" name="Text 16"/>
          <p:cNvSpPr txBox="1"/>
          <p:nvPr/>
        </p:nvSpPr>
        <p:spPr>
          <a:xfrm>
            <a:off x="7223760" y="5120640"/>
            <a:ext cx="4206240" cy="320040"/>
          </a:xfrm>
          <a:prstGeom prst="rect">
            <a:avLst/>
          </a:prstGeom>
          <a:noFill/>
          <a:ln/>
        </p:spPr>
        <p:txBody>
          <a:bodyPr wrap="square" lIns="0" tIns="0" rIns="0" bIns="0" rtlCol="0" anchor="t"/>
          <a:lstStyle/>
          <a:p>
            <a:pPr algn="ctr" indent="0" marL="0">
              <a:buNone/>
            </a:pPr>
            <a:r>
              <a:rPr lang="en-US" sz="1300" dirty="0">
                <a:solidFill>
                  <a:schemeClr val="accent5"/>
                </a:solidFill>
              </a:rPr>
              <a:t>16:9 · 1920×1080</a:t>
            </a:r>
            <a:endParaRPr lang="en-US" sz="1300" dirty="0"/>
          </a:p>
        </p:txBody>
      </p:sp>
      <p:sp>
        <p:nvSpPr>
          <p:cNvPr id="24" name="Text 17"/>
          <p:cNvSpPr txBox="1"/>
          <p:nvPr/>
        </p:nvSpPr>
        <p:spPr>
          <a:xfrm>
            <a:off x="548640" y="5669280"/>
            <a:ext cx="10972800" cy="365760"/>
          </a:xfrm>
          <a:prstGeom prst="rect">
            <a:avLst/>
          </a:prstGeom>
          <a:noFill/>
          <a:ln/>
        </p:spPr>
        <p:txBody>
          <a:bodyPr wrap="square" lIns="0" tIns="0" rIns="0" bIns="0" rtlCol="0" anchor="t"/>
          <a:lstStyle/>
          <a:p>
            <a:pPr indent="0" marL="0">
              <a:buNone/>
            </a:pPr>
            <a:r>
              <a:rPr lang="en-US" sz="1500" b="1" dirty="0">
                <a:solidFill>
                  <a:schemeClr val="tx2"/>
                </a:solidFill>
              </a:rPr>
              <a:t>우리 수업 기본값: 세로 9:16 · 1080×1920 · 30fps</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1097280" y="2011680"/>
            <a:ext cx="9966960" cy="1828800"/>
          </a:xfrm>
          <a:prstGeom prst="rect">
            <a:avLst/>
          </a:prstGeom>
          <a:noFill/>
          <a:ln/>
        </p:spPr>
        <p:txBody>
          <a:bodyPr wrap="square" lIns="0" tIns="0" rIns="0" bIns="0" rtlCol="0" anchor="ctr"/>
          <a:lstStyle/>
          <a:p>
            <a:pPr algn="ctr" indent="0" marL="0">
              <a:buNone/>
            </a:pPr>
            <a:r>
              <a:rPr lang="en-US" sz="4000" b="1" dirty="0">
                <a:solidFill>
                  <a:schemeClr val="bg1"/>
                </a:solidFill>
              </a:rPr>
              <a:t>점심 시간</a:t>
            </a:r>
            <a:endParaRPr lang="en-US" sz="4000" dirty="0"/>
          </a:p>
        </p:txBody>
      </p:sp>
      <p:sp>
        <p:nvSpPr>
          <p:cNvPr id="3" name="Text 0"/>
          <p:cNvSpPr/>
          <p:nvPr>
            <p:ph idx="101" type="body" hasCustomPrompt="1"/>
          </p:nvPr>
        </p:nvSpPr>
        <p:spPr>
          <a:xfrm>
            <a:off x="1097280" y="3977640"/>
            <a:ext cx="9966960" cy="1097280"/>
          </a:xfrm>
          <a:prstGeom prst="rect">
            <a:avLst/>
          </a:prstGeom>
          <a:noFill/>
          <a:ln/>
        </p:spPr>
        <p:txBody>
          <a:bodyPr wrap="square" lIns="0" tIns="0" rIns="0" bIns="0" rtlCol="0" anchor="t"/>
          <a:lstStyle/>
          <a:p>
            <a:pPr algn="ctr" indent="0" marL="0">
              <a:buNone/>
            </a:pPr>
            <a:r>
              <a:rPr lang="en-US" sz="1800" dirty="0">
                <a:solidFill>
                  <a:schemeClr val="accent6"/>
                </a:solidFill>
              </a:rPr>
              <a:t>11:50–12:40 · 오후는 카메라 원리부터. 폰 배터리를 충전해 두세요</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868680" y="2377440"/>
            <a:ext cx="1463040" cy="1463040"/>
          </a:xfrm>
          <a:prstGeom prst="ellipse">
            <a:avLst/>
          </a:prstGeom>
          <a:solidFill>
            <a:schemeClr val="accent1"/>
          </a:solidFill>
          <a:ln/>
        </p:spPr>
      </p:sp>
      <p:sp>
        <p:nvSpPr>
          <p:cNvPr id="3" name="Text 1"/>
          <p:cNvSpPr txBox="1"/>
          <p:nvPr/>
        </p:nvSpPr>
        <p:spPr>
          <a:xfrm>
            <a:off x="868680" y="2377440"/>
            <a:ext cx="1463040" cy="1463040"/>
          </a:xfrm>
          <a:prstGeom prst="rect">
            <a:avLst/>
          </a:prstGeom>
          <a:noFill/>
          <a:ln/>
        </p:spPr>
        <p:txBody>
          <a:bodyPr wrap="square" lIns="0" tIns="0" rIns="0" bIns="0" rtlCol="0" anchor="ctr"/>
          <a:lstStyle/>
          <a:p>
            <a:pPr algn="ctr" indent="0" marL="0">
              <a:buNone/>
            </a:pPr>
            <a:r>
              <a:rPr lang="en-US" sz="6000" b="1" dirty="0">
                <a:solidFill>
                  <a:schemeClr val="tx2"/>
                </a:solidFill>
              </a:rPr>
              <a:t>3</a:t>
            </a:r>
            <a:endParaRPr lang="en-US" sz="6000" dirty="0"/>
          </a:p>
        </p:txBody>
      </p:sp>
      <p:sp>
        <p:nvSpPr>
          <p:cNvPr id="4" name="Text 2"/>
          <p:cNvSpPr txBox="1"/>
          <p:nvPr/>
        </p:nvSpPr>
        <p:spPr>
          <a:xfrm>
            <a:off x="868680" y="3931920"/>
            <a:ext cx="1463040" cy="365760"/>
          </a:xfrm>
          <a:prstGeom prst="rect">
            <a:avLst/>
          </a:prstGeom>
          <a:noFill/>
          <a:ln/>
        </p:spPr>
        <p:txBody>
          <a:bodyPr wrap="square" lIns="0" tIns="0" rIns="0" bIns="0" rtlCol="0" anchor="t"/>
          <a:lstStyle/>
          <a:p>
            <a:pPr algn="ctr" indent="0" marL="0">
              <a:buNone/>
            </a:pPr>
            <a:r>
              <a:rPr lang="en-US" sz="1600" dirty="0">
                <a:solidFill>
                  <a:schemeClr val="accent6"/>
                </a:solidFill>
              </a:rPr>
              <a:t>교시</a:t>
            </a:r>
            <a:endParaRPr lang="en-US" sz="1600" dirty="0"/>
          </a:p>
        </p:txBody>
      </p:sp>
      <p:sp>
        <p:nvSpPr>
          <p:cNvPr id="5" name="Text 0"/>
          <p:cNvSpPr/>
          <p:nvPr>
            <p:ph idx="100" type="title" hasCustomPrompt="1"/>
          </p:nvPr>
        </p:nvSpPr>
        <p:spPr>
          <a:xfrm>
            <a:off x="2743200" y="2331720"/>
            <a:ext cx="8778240" cy="1188720"/>
          </a:xfrm>
          <a:prstGeom prst="rect">
            <a:avLst/>
          </a:prstGeom>
          <a:noFill/>
          <a:ln/>
        </p:spPr>
        <p:txBody>
          <a:bodyPr wrap="square" lIns="0" tIns="0" rIns="0" bIns="0" rtlCol="0" anchor="b"/>
          <a:lstStyle/>
          <a:p>
            <a:pPr algn="l" indent="0" marL="0">
              <a:buNone/>
            </a:pPr>
            <a:r>
              <a:rPr lang="en-US" sz="4000" b="1" dirty="0">
                <a:solidFill>
                  <a:schemeClr val="bg1"/>
                </a:solidFill>
              </a:rPr>
              <a:t>카메라의 원리 ① 사진</a:t>
            </a:r>
            <a:endParaRPr lang="en-US" sz="4000" dirty="0"/>
          </a:p>
        </p:txBody>
      </p:sp>
      <p:sp>
        <p:nvSpPr>
          <p:cNvPr id="6" name="Text 0"/>
          <p:cNvSpPr/>
          <p:nvPr>
            <p:ph idx="101" type="body" hasCustomPrompt="1"/>
          </p:nvPr>
        </p:nvSpPr>
        <p:spPr>
          <a:xfrm>
            <a:off x="2743200" y="3611880"/>
            <a:ext cx="8778240" cy="1097280"/>
          </a:xfrm>
          <a:prstGeom prst="rect">
            <a:avLst/>
          </a:prstGeom>
          <a:noFill/>
          <a:ln/>
        </p:spPr>
        <p:txBody>
          <a:bodyPr wrap="square" lIns="0" tIns="0" rIns="0" bIns="0" rtlCol="0" anchor="t"/>
          <a:lstStyle/>
          <a:p>
            <a:pPr algn="l" indent="0" marL="0">
              <a:buNone/>
            </a:pPr>
            <a:r>
              <a:rPr lang="en-US" sz="1800" dirty="0">
                <a:solidFill>
                  <a:schemeClr val="accent6"/>
                </a:solidFill>
              </a:rPr>
              <a:t>12:40–13:30 · 얼마나 많은 빛을, 어떤 색으로, 어디에 초점을</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사진은 빛을 담는 일: 노출 삼각형</a:t>
            </a:r>
            <a:endParaRPr lang="en-US" sz="3000" dirty="0"/>
          </a:p>
        </p:txBody>
      </p:sp>
      <p:sp>
        <p:nvSpPr>
          <p:cNvPr id="4" name="Shape 1"/>
          <p:cNvSpPr/>
          <p:nvPr/>
        </p:nvSpPr>
        <p:spPr>
          <a:xfrm>
            <a:off x="822960" y="1554480"/>
            <a:ext cx="4572000" cy="3931920"/>
          </a:xfrm>
          <a:prstGeom prst="triangle">
            <a:avLst/>
          </a:prstGeom>
          <a:solidFill>
            <a:schemeClr val="bg2"/>
          </a:solidFill>
          <a:ln w="38100">
            <a:solidFill>
              <a:schemeClr val="accent2"/>
            </a:solidFill>
            <a:prstDash val="solid"/>
          </a:ln>
        </p:spPr>
      </p:sp>
      <p:sp>
        <p:nvSpPr>
          <p:cNvPr id="5" name="Text 2"/>
          <p:cNvSpPr txBox="1"/>
          <p:nvPr/>
        </p:nvSpPr>
        <p:spPr>
          <a:xfrm>
            <a:off x="2194560" y="3566160"/>
            <a:ext cx="1828800" cy="548640"/>
          </a:xfrm>
          <a:prstGeom prst="rect">
            <a:avLst/>
          </a:prstGeom>
          <a:noFill/>
          <a:ln/>
        </p:spPr>
        <p:txBody>
          <a:bodyPr wrap="square" lIns="0" tIns="0" rIns="0" bIns="0" rtlCol="0" anchor="t"/>
          <a:lstStyle/>
          <a:p>
            <a:pPr algn="ctr" indent="0" marL="0">
              <a:buNone/>
            </a:pPr>
            <a:r>
              <a:rPr lang="en-US" sz="2600" b="1" dirty="0">
                <a:solidFill>
                  <a:schemeClr val="tx2"/>
                </a:solidFill>
              </a:rPr>
              <a:t>노출</a:t>
            </a:r>
            <a:endParaRPr lang="en-US" sz="2600" dirty="0"/>
          </a:p>
        </p:txBody>
      </p:sp>
      <p:sp>
        <p:nvSpPr>
          <p:cNvPr id="6" name="Shape 3"/>
          <p:cNvSpPr/>
          <p:nvPr/>
        </p:nvSpPr>
        <p:spPr>
          <a:xfrm>
            <a:off x="2697480" y="1143000"/>
            <a:ext cx="822960" cy="822960"/>
          </a:xfrm>
          <a:prstGeom prst="ellipse">
            <a:avLst/>
          </a:prstGeom>
          <a:solidFill>
            <a:schemeClr val="accent3"/>
          </a:solidFill>
          <a:ln/>
        </p:spPr>
      </p:sp>
      <p:sp>
        <p:nvSpPr>
          <p:cNvPr id="7" name="Text 4"/>
          <p:cNvSpPr txBox="1"/>
          <p:nvPr/>
        </p:nvSpPr>
        <p:spPr>
          <a:xfrm>
            <a:off x="2697480" y="1143000"/>
            <a:ext cx="822960" cy="822960"/>
          </a:xfrm>
          <a:prstGeom prst="rect">
            <a:avLst/>
          </a:prstGeom>
          <a:noFill/>
          <a:ln/>
        </p:spPr>
        <p:txBody>
          <a:bodyPr wrap="square" lIns="0" tIns="0" rIns="0" bIns="0" rtlCol="0" anchor="ctr"/>
          <a:lstStyle/>
          <a:p>
            <a:pPr algn="ctr" indent="0" marL="0">
              <a:buNone/>
            </a:pPr>
            <a:r>
              <a:rPr lang="en-US" sz="1300" b="1" dirty="0">
                <a:solidFill>
                  <a:schemeClr val="bg1"/>
                </a:solidFill>
              </a:rPr>
              <a:t>조리개</a:t>
            </a:r>
            <a:endParaRPr lang="en-US" sz="1300" dirty="0"/>
          </a:p>
        </p:txBody>
      </p:sp>
      <p:sp>
        <p:nvSpPr>
          <p:cNvPr id="8" name="Shape 5"/>
          <p:cNvSpPr/>
          <p:nvPr/>
        </p:nvSpPr>
        <p:spPr>
          <a:xfrm>
            <a:off x="457200" y="4983480"/>
            <a:ext cx="822960" cy="822960"/>
          </a:xfrm>
          <a:prstGeom prst="ellipse">
            <a:avLst/>
          </a:prstGeom>
          <a:solidFill>
            <a:schemeClr val="accent4"/>
          </a:solidFill>
          <a:ln/>
        </p:spPr>
      </p:sp>
      <p:sp>
        <p:nvSpPr>
          <p:cNvPr id="9" name="Text 6"/>
          <p:cNvSpPr txBox="1"/>
          <p:nvPr/>
        </p:nvSpPr>
        <p:spPr>
          <a:xfrm>
            <a:off x="457200" y="4983480"/>
            <a:ext cx="822960" cy="822960"/>
          </a:xfrm>
          <a:prstGeom prst="rect">
            <a:avLst/>
          </a:prstGeom>
          <a:noFill/>
          <a:ln/>
        </p:spPr>
        <p:txBody>
          <a:bodyPr wrap="square" lIns="0" tIns="0" rIns="0" bIns="0" rtlCol="0" anchor="ctr"/>
          <a:lstStyle/>
          <a:p>
            <a:pPr algn="ctr" indent="0" marL="0">
              <a:buNone/>
            </a:pPr>
            <a:r>
              <a:rPr lang="en-US" sz="1400" b="1" dirty="0">
                <a:solidFill>
                  <a:schemeClr val="bg1"/>
                </a:solidFill>
              </a:rPr>
              <a:t>셔터</a:t>
            </a:r>
            <a:endParaRPr lang="en-US" sz="1400" dirty="0"/>
          </a:p>
        </p:txBody>
      </p:sp>
      <p:sp>
        <p:nvSpPr>
          <p:cNvPr id="10" name="Shape 7"/>
          <p:cNvSpPr/>
          <p:nvPr/>
        </p:nvSpPr>
        <p:spPr>
          <a:xfrm>
            <a:off x="4937760" y="4983480"/>
            <a:ext cx="822960" cy="822960"/>
          </a:xfrm>
          <a:prstGeom prst="ellipse">
            <a:avLst/>
          </a:prstGeom>
          <a:solidFill>
            <a:schemeClr val="accent1"/>
          </a:solidFill>
          <a:ln/>
        </p:spPr>
      </p:sp>
      <p:sp>
        <p:nvSpPr>
          <p:cNvPr id="11" name="Text 8"/>
          <p:cNvSpPr txBox="1"/>
          <p:nvPr/>
        </p:nvSpPr>
        <p:spPr>
          <a:xfrm>
            <a:off x="4937760" y="4983480"/>
            <a:ext cx="822960" cy="822960"/>
          </a:xfrm>
          <a:prstGeom prst="rect">
            <a:avLst/>
          </a:prstGeom>
          <a:noFill/>
          <a:ln/>
        </p:spPr>
        <p:txBody>
          <a:bodyPr wrap="square" lIns="0" tIns="0" rIns="0" bIns="0" rtlCol="0" anchor="ctr"/>
          <a:lstStyle/>
          <a:p>
            <a:pPr algn="ctr" indent="0" marL="0">
              <a:buNone/>
            </a:pPr>
            <a:r>
              <a:rPr lang="en-US" sz="1600" b="1" dirty="0">
                <a:solidFill>
                  <a:schemeClr val="tx2"/>
                </a:solidFill>
              </a:rPr>
              <a:t>ISO</a:t>
            </a:r>
            <a:endParaRPr lang="en-US" sz="1600" dirty="0"/>
          </a:p>
        </p:txBody>
      </p:sp>
      <p:sp>
        <p:nvSpPr>
          <p:cNvPr id="12" name="Shape 9"/>
          <p:cNvSpPr/>
          <p:nvPr/>
        </p:nvSpPr>
        <p:spPr>
          <a:xfrm>
            <a:off x="6400800" y="1463040"/>
            <a:ext cx="5212080" cy="1143000"/>
          </a:xfrm>
          <a:prstGeom prst="roundRect">
            <a:avLst>
              <a:gd name="adj" fmla="val 9600"/>
            </a:avLst>
          </a:prstGeom>
          <a:solidFill>
            <a:schemeClr val="bg2"/>
          </a:solidFill>
          <a:ln/>
        </p:spPr>
      </p:sp>
      <p:sp>
        <p:nvSpPr>
          <p:cNvPr id="13" name="Shape 10"/>
          <p:cNvSpPr/>
          <p:nvPr/>
        </p:nvSpPr>
        <p:spPr>
          <a:xfrm>
            <a:off x="6583680" y="1847088"/>
            <a:ext cx="365760" cy="365760"/>
          </a:xfrm>
          <a:prstGeom prst="ellipse">
            <a:avLst/>
          </a:prstGeom>
          <a:solidFill>
            <a:schemeClr val="accent3"/>
          </a:solidFill>
          <a:ln/>
        </p:spPr>
      </p:sp>
      <p:sp>
        <p:nvSpPr>
          <p:cNvPr id="14" name="Text 11"/>
          <p:cNvSpPr txBox="1"/>
          <p:nvPr/>
        </p:nvSpPr>
        <p:spPr>
          <a:xfrm>
            <a:off x="7132320" y="1572768"/>
            <a:ext cx="4297680" cy="365760"/>
          </a:xfrm>
          <a:prstGeom prst="rect">
            <a:avLst/>
          </a:prstGeom>
          <a:noFill/>
          <a:ln/>
        </p:spPr>
        <p:txBody>
          <a:bodyPr wrap="square" lIns="0" tIns="0" rIns="0" bIns="0" rtlCol="0" anchor="t"/>
          <a:lstStyle/>
          <a:p>
            <a:pPr indent="0" marL="0">
              <a:buNone/>
            </a:pPr>
            <a:r>
              <a:rPr lang="en-US" sz="1800" b="1" dirty="0">
                <a:solidFill>
                  <a:schemeClr val="tx2"/>
                </a:solidFill>
              </a:rPr>
              <a:t>조리개</a:t>
            </a:r>
            <a:endParaRPr lang="en-US" sz="1800" dirty="0"/>
          </a:p>
        </p:txBody>
      </p:sp>
      <p:sp>
        <p:nvSpPr>
          <p:cNvPr id="15" name="Text 12"/>
          <p:cNvSpPr txBox="1"/>
          <p:nvPr/>
        </p:nvSpPr>
        <p:spPr>
          <a:xfrm>
            <a:off x="7132320" y="1993392"/>
            <a:ext cx="4343400" cy="502920"/>
          </a:xfrm>
          <a:prstGeom prst="rect">
            <a:avLst/>
          </a:prstGeom>
          <a:noFill/>
          <a:ln/>
        </p:spPr>
        <p:txBody>
          <a:bodyPr wrap="square" lIns="0" tIns="0" rIns="0" bIns="0" rtlCol="0" anchor="t"/>
          <a:lstStyle/>
          <a:p>
            <a:pPr indent="0" marL="0">
              <a:buNone/>
            </a:pPr>
            <a:r>
              <a:rPr lang="en-US" sz="1400" dirty="0">
                <a:solidFill>
                  <a:schemeClr val="tx1"/>
                </a:solidFill>
              </a:rPr>
              <a:t>빛이 들어오는 구멍의 크기  → 배경이 얼마나 흐려지나</a:t>
            </a:r>
            <a:endParaRPr lang="en-US" sz="1400" dirty="0"/>
          </a:p>
        </p:txBody>
      </p:sp>
      <p:sp>
        <p:nvSpPr>
          <p:cNvPr id="16" name="Shape 13"/>
          <p:cNvSpPr/>
          <p:nvPr/>
        </p:nvSpPr>
        <p:spPr>
          <a:xfrm>
            <a:off x="6400800" y="2788920"/>
            <a:ext cx="5212080" cy="1143000"/>
          </a:xfrm>
          <a:prstGeom prst="roundRect">
            <a:avLst>
              <a:gd name="adj" fmla="val 9600"/>
            </a:avLst>
          </a:prstGeom>
          <a:solidFill>
            <a:schemeClr val="bg2"/>
          </a:solidFill>
          <a:ln/>
        </p:spPr>
      </p:sp>
      <p:sp>
        <p:nvSpPr>
          <p:cNvPr id="17" name="Shape 14"/>
          <p:cNvSpPr/>
          <p:nvPr/>
        </p:nvSpPr>
        <p:spPr>
          <a:xfrm>
            <a:off x="6583680" y="3172968"/>
            <a:ext cx="365760" cy="365760"/>
          </a:xfrm>
          <a:prstGeom prst="ellipse">
            <a:avLst/>
          </a:prstGeom>
          <a:solidFill>
            <a:schemeClr val="accent4"/>
          </a:solidFill>
          <a:ln/>
        </p:spPr>
      </p:sp>
      <p:sp>
        <p:nvSpPr>
          <p:cNvPr id="18" name="Text 15"/>
          <p:cNvSpPr txBox="1"/>
          <p:nvPr/>
        </p:nvSpPr>
        <p:spPr>
          <a:xfrm>
            <a:off x="7132320" y="2898648"/>
            <a:ext cx="4297680" cy="365760"/>
          </a:xfrm>
          <a:prstGeom prst="rect">
            <a:avLst/>
          </a:prstGeom>
          <a:noFill/>
          <a:ln/>
        </p:spPr>
        <p:txBody>
          <a:bodyPr wrap="square" lIns="0" tIns="0" rIns="0" bIns="0" rtlCol="0" anchor="t"/>
          <a:lstStyle/>
          <a:p>
            <a:pPr indent="0" marL="0">
              <a:buNone/>
            </a:pPr>
            <a:r>
              <a:rPr lang="en-US" sz="1800" b="1" dirty="0">
                <a:solidFill>
                  <a:schemeClr val="tx2"/>
                </a:solidFill>
              </a:rPr>
              <a:t>셔터스피드</a:t>
            </a:r>
            <a:endParaRPr lang="en-US" sz="1800" dirty="0"/>
          </a:p>
        </p:txBody>
      </p:sp>
      <p:sp>
        <p:nvSpPr>
          <p:cNvPr id="19" name="Text 16"/>
          <p:cNvSpPr txBox="1"/>
          <p:nvPr/>
        </p:nvSpPr>
        <p:spPr>
          <a:xfrm>
            <a:off x="7132320" y="3319272"/>
            <a:ext cx="4343400" cy="502920"/>
          </a:xfrm>
          <a:prstGeom prst="rect">
            <a:avLst/>
          </a:prstGeom>
          <a:noFill/>
          <a:ln/>
        </p:spPr>
        <p:txBody>
          <a:bodyPr wrap="square" lIns="0" tIns="0" rIns="0" bIns="0" rtlCol="0" anchor="t"/>
          <a:lstStyle/>
          <a:p>
            <a:pPr indent="0" marL="0">
              <a:buNone/>
            </a:pPr>
            <a:r>
              <a:rPr lang="en-US" sz="1400" dirty="0">
                <a:solidFill>
                  <a:schemeClr val="tx1"/>
                </a:solidFill>
              </a:rPr>
              <a:t>빛을 받는 시간  → 움직임이 멈추나, 흐르나</a:t>
            </a:r>
            <a:endParaRPr lang="en-US" sz="1400" dirty="0"/>
          </a:p>
        </p:txBody>
      </p:sp>
      <p:sp>
        <p:nvSpPr>
          <p:cNvPr id="20" name="Shape 17"/>
          <p:cNvSpPr/>
          <p:nvPr/>
        </p:nvSpPr>
        <p:spPr>
          <a:xfrm>
            <a:off x="6400800" y="4114800"/>
            <a:ext cx="5212080" cy="1143000"/>
          </a:xfrm>
          <a:prstGeom prst="roundRect">
            <a:avLst>
              <a:gd name="adj" fmla="val 9600"/>
            </a:avLst>
          </a:prstGeom>
          <a:solidFill>
            <a:schemeClr val="bg2"/>
          </a:solidFill>
          <a:ln/>
        </p:spPr>
      </p:sp>
      <p:sp>
        <p:nvSpPr>
          <p:cNvPr id="21" name="Shape 18"/>
          <p:cNvSpPr/>
          <p:nvPr/>
        </p:nvSpPr>
        <p:spPr>
          <a:xfrm>
            <a:off x="6583680" y="4498848"/>
            <a:ext cx="365760" cy="365760"/>
          </a:xfrm>
          <a:prstGeom prst="ellipse">
            <a:avLst/>
          </a:prstGeom>
          <a:solidFill>
            <a:schemeClr val="accent1"/>
          </a:solidFill>
          <a:ln/>
        </p:spPr>
      </p:sp>
      <p:sp>
        <p:nvSpPr>
          <p:cNvPr id="22" name="Text 19"/>
          <p:cNvSpPr txBox="1"/>
          <p:nvPr/>
        </p:nvSpPr>
        <p:spPr>
          <a:xfrm>
            <a:off x="7132320" y="4224528"/>
            <a:ext cx="4297680" cy="365760"/>
          </a:xfrm>
          <a:prstGeom prst="rect">
            <a:avLst/>
          </a:prstGeom>
          <a:noFill/>
          <a:ln/>
        </p:spPr>
        <p:txBody>
          <a:bodyPr wrap="square" lIns="0" tIns="0" rIns="0" bIns="0" rtlCol="0" anchor="t"/>
          <a:lstStyle/>
          <a:p>
            <a:pPr indent="0" marL="0">
              <a:buNone/>
            </a:pPr>
            <a:r>
              <a:rPr lang="en-US" sz="1800" b="1" dirty="0">
                <a:solidFill>
                  <a:schemeClr val="tx2"/>
                </a:solidFill>
              </a:rPr>
              <a:t>ISO</a:t>
            </a:r>
            <a:endParaRPr lang="en-US" sz="1800" dirty="0"/>
          </a:p>
        </p:txBody>
      </p:sp>
      <p:sp>
        <p:nvSpPr>
          <p:cNvPr id="23" name="Text 20"/>
          <p:cNvSpPr txBox="1"/>
          <p:nvPr/>
        </p:nvSpPr>
        <p:spPr>
          <a:xfrm>
            <a:off x="7132320" y="4645152"/>
            <a:ext cx="4343400" cy="502920"/>
          </a:xfrm>
          <a:prstGeom prst="rect">
            <a:avLst/>
          </a:prstGeom>
          <a:noFill/>
          <a:ln/>
        </p:spPr>
        <p:txBody>
          <a:bodyPr wrap="square" lIns="0" tIns="0" rIns="0" bIns="0" rtlCol="0" anchor="t"/>
          <a:lstStyle/>
          <a:p>
            <a:pPr indent="0" marL="0">
              <a:buNone/>
            </a:pPr>
            <a:r>
              <a:rPr lang="en-US" sz="1400" dirty="0">
                <a:solidFill>
                  <a:schemeClr val="tx1"/>
                </a:solidFill>
              </a:rPr>
              <a:t>빛에 반응하는 감도  → 화면이 깨끗한가, 자글자글한가</a:t>
            </a:r>
            <a:endParaRPr lang="en-US" sz="1400" dirty="0"/>
          </a:p>
        </p:txBody>
      </p:sp>
      <p:sp>
        <p:nvSpPr>
          <p:cNvPr id="24" name="Text 21"/>
          <p:cNvSpPr txBox="1"/>
          <p:nvPr/>
        </p:nvSpPr>
        <p:spPr>
          <a:xfrm>
            <a:off x="6400800" y="5532120"/>
            <a:ext cx="5212080" cy="365760"/>
          </a:xfrm>
          <a:prstGeom prst="rect">
            <a:avLst/>
          </a:prstGeom>
          <a:noFill/>
          <a:ln/>
        </p:spPr>
        <p:txBody>
          <a:bodyPr wrap="square" lIns="0" tIns="0" rIns="0" bIns="0" rtlCol="0" anchor="t"/>
          <a:lstStyle/>
          <a:p>
            <a:pPr indent="0" marL="0">
              <a:buNone/>
            </a:pPr>
            <a:r>
              <a:rPr lang="en-US" sz="1400" b="1" dirty="0">
                <a:solidFill>
                  <a:schemeClr val="accent3"/>
                </a:solidFill>
              </a:rPr>
              <a:t>하나로 밝게 만들면, 나머지 둘 중 하나가 대가를 치른다</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조리개 · 셔터 · ISO를 한 장에</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920240"/>
                <a:gridCol w="3017520"/>
                <a:gridCol w="3017520"/>
                <a:gridCol w="3108960"/>
              </a:tblGrid>
              <a:tr h="868680">
                <a:tc>
                  <a:txBody>
                    <a:bodyPr/>
                    <a:lstStyle/>
                    <a:p>
                      <a:pPr indent="0" marL="0">
                        <a:buNone/>
                      </a:pPr>
                      <a:endParaRPr lang="en-US" sz="15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한쪽 끝</a:t>
                      </a:r>
                      <a:endParaRPr lang="en-US" sz="15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다른 쪽 끝</a:t>
                      </a:r>
                      <a:endParaRPr lang="en-US" sz="15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폰에서는</a:t>
                      </a:r>
                      <a:endParaRPr lang="en-US" sz="15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tx2"/>
                    </a:solidFill>
                  </a:tcPr>
                </a:tc>
              </a:tr>
              <a:tr h="868680">
                <a:tc>
                  <a:txBody>
                    <a:bodyPr/>
                    <a:lstStyle/>
                    <a:p>
                      <a:pPr indent="0" marL="0">
                        <a:buNone/>
                      </a:pPr>
                      <a:r>
                        <a:rPr lang="en-US" sz="1500" dirty="0">
                          <a:solidFill>
                            <a:schemeClr val="tx1"/>
                          </a:solidFill>
                        </a:rPr>
                        <a:t>조리개 (f값)</a:t>
                      </a:r>
                      <a:endParaRPr lang="en-US" sz="15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f/1.8 · 구멍 큼 · 밝음 · 배경 흐림</a:t>
                      </a:r>
                      <a:endParaRPr lang="en-US" sz="15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f/11 · 구멍 작음 · 어두움 · 앞뒤 선명</a:t>
                      </a:r>
                      <a:endParaRPr lang="en-US" sz="15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폰은 대부분 고정 → 인물 모드, 대상에 가까이</a:t>
                      </a:r>
                      <a:endParaRPr lang="en-US" sz="15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r>
              <a:tr h="868680">
                <a:tc>
                  <a:txBody>
                    <a:bodyPr/>
                    <a:lstStyle/>
                    <a:p>
                      <a:pPr indent="0" marL="0">
                        <a:buNone/>
                      </a:pPr>
                      <a:r>
                        <a:rPr lang="en-US" sz="1500" dirty="0">
                          <a:solidFill>
                            <a:schemeClr val="tx1"/>
                          </a:solidFill>
                        </a:rPr>
                        <a:t>셔터스피드</a:t>
                      </a:r>
                      <a:endParaRPr lang="en-US" sz="15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1/1000 · 순간이 멈춤</a:t>
                      </a:r>
                      <a:endParaRPr lang="en-US" sz="15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1/30 · 움직임이 흐름, 흔들림</a:t>
                      </a:r>
                      <a:endParaRPr lang="en-US" sz="15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영상은 4교시 '2배 규칙'</a:t>
                      </a:r>
                      <a:endParaRPr lang="en-US" sz="15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1"/>
                    </a:solidFill>
                  </a:tcPr>
                </a:tc>
              </a:tr>
              <a:tr h="868680">
                <a:tc>
                  <a:txBody>
                    <a:bodyPr/>
                    <a:lstStyle/>
                    <a:p>
                      <a:pPr indent="0" marL="0">
                        <a:buNone/>
                      </a:pPr>
                      <a:r>
                        <a:rPr lang="en-US" sz="1500" dirty="0">
                          <a:solidFill>
                            <a:schemeClr val="tx1"/>
                          </a:solidFill>
                        </a:rPr>
                        <a:t>ISO</a:t>
                      </a:r>
                      <a:endParaRPr lang="en-US" sz="15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100~400 · 깨끗</a:t>
                      </a:r>
                      <a:endParaRPr lang="en-US" sz="15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3200 이상 · 자글자글</a:t>
                      </a:r>
                      <a:endParaRPr lang="en-US" sz="15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어두우면 ISO 말고 빛을 더하기</a:t>
                      </a:r>
                      <a:endParaRPr lang="en-US" sz="1500" dirty="0"/>
                    </a:p>
                  </a:txBody>
                  <a:tcPr marL="91440" marR="91440" marT="54864" marB="54864" anchor="ctr">
                    <a:lnL w="6350" cap="flat" cmpd="sng" algn="ctr">
                      <a:solidFill>
                        <a:srgbClr val="D5DED9"/>
                      </a:solidFill>
                      <a:prstDash val="solid"/>
                      <a:round/>
                      <a:headEnd type="none" w="med" len="med"/>
                      <a:tailEnd type="none" w="med" len="med"/>
                    </a:lnL>
                    <a:lnR w="6350" cap="flat" cmpd="sng" algn="ctr">
                      <a:solidFill>
                        <a:srgbClr val="D5DED9"/>
                      </a:solidFill>
                      <a:prstDash val="solid"/>
                      <a:round/>
                      <a:headEnd type="none" w="med" len="med"/>
                      <a:tailEnd type="none" w="med" len="med"/>
                    </a:lnR>
                    <a:lnT w="6350" cap="flat" cmpd="sng" algn="ctr">
                      <a:solidFill>
                        <a:srgbClr val="D5DED9"/>
                      </a:solidFill>
                      <a:prstDash val="solid"/>
                      <a:round/>
                      <a:headEnd type="none" w="med" len="med"/>
                      <a:tailEnd type="none" w="med" len="med"/>
                    </a:lnT>
                    <a:lnB w="6350" cap="flat" cmpd="sng" algn="ctr">
                      <a:solidFill>
                        <a:srgbClr val="D5DED9"/>
                      </a:solidFill>
                      <a:prstDash val="solid"/>
                      <a:round/>
                      <a:headEnd type="none" w="med" len="med"/>
                      <a:tailEnd type="none" w="med" len="med"/>
                    </a:lnB>
                    <a:solidFill>
                      <a:schemeClr val="bg2"/>
                    </a:solidFill>
                  </a:tcPr>
                </a:tc>
              </a:tr>
            </a:tbl>
          </a:graphicData>
        </a:graphic>
      </p:graphicFrame>
      <p:sp>
        <p:nvSpPr>
          <p:cNvPr id="5" name="Shape 1"/>
          <p:cNvSpPr/>
          <p:nvPr/>
        </p:nvSpPr>
        <p:spPr>
          <a:xfrm>
            <a:off x="548640" y="5120640"/>
            <a:ext cx="11064240" cy="502920"/>
          </a:xfrm>
          <a:prstGeom prst="roundRect">
            <a:avLst>
              <a:gd name="adj" fmla="val 18182"/>
            </a:avLst>
          </a:prstGeom>
          <a:solidFill>
            <a:schemeClr val="accent6"/>
          </a:solidFill>
          <a:ln/>
        </p:spPr>
      </p:sp>
      <p:sp>
        <p:nvSpPr>
          <p:cNvPr id="6" name="Text 2"/>
          <p:cNvSpPr txBox="1"/>
          <p:nvPr/>
        </p:nvSpPr>
        <p:spPr>
          <a:xfrm>
            <a:off x="777240" y="512064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조리개는 숫자가 작을수록 밝다 — 이것 하나만 확실히</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화이트밸런스: 빛에도 색이 있다</a:t>
            </a:r>
            <a:endParaRPr lang="en-US" sz="3000" dirty="0"/>
          </a:p>
        </p:txBody>
      </p:sp>
      <p:sp>
        <p:nvSpPr>
          <p:cNvPr id="4" name="Shape 1"/>
          <p:cNvSpPr/>
          <p:nvPr/>
        </p:nvSpPr>
        <p:spPr>
          <a:xfrm>
            <a:off x="548640" y="1463040"/>
            <a:ext cx="3566160" cy="1920240"/>
          </a:xfrm>
          <a:prstGeom prst="roundRect">
            <a:avLst>
              <a:gd name="adj" fmla="val 5714"/>
            </a:avLst>
          </a:prstGeom>
          <a:solidFill>
            <a:srgbClr val="F2B35B"/>
          </a:solidFill>
          <a:ln w="12700">
            <a:solidFill>
              <a:srgbClr val="D5DED9"/>
            </a:solidFill>
            <a:prstDash val="solid"/>
          </a:ln>
        </p:spPr>
      </p:sp>
      <p:sp>
        <p:nvSpPr>
          <p:cNvPr id="5" name="Text 2"/>
          <p:cNvSpPr txBox="1"/>
          <p:nvPr/>
        </p:nvSpPr>
        <p:spPr>
          <a:xfrm>
            <a:off x="548640" y="1463040"/>
            <a:ext cx="3566160" cy="1920240"/>
          </a:xfrm>
          <a:prstGeom prst="rect">
            <a:avLst/>
          </a:prstGeom>
          <a:noFill/>
          <a:ln/>
        </p:spPr>
        <p:txBody>
          <a:bodyPr wrap="square" lIns="0" tIns="0" rIns="0" bIns="0" rtlCol="0" anchor="ctr"/>
          <a:lstStyle/>
          <a:p>
            <a:pPr algn="ctr" indent="0" marL="0">
              <a:buNone/>
            </a:pPr>
            <a:r>
              <a:rPr lang="en-US" sz="2800" b="1" dirty="0">
                <a:solidFill>
                  <a:schemeClr val="tx2"/>
                </a:solidFill>
              </a:rPr>
              <a:t>약 3,000K</a:t>
            </a:r>
            <a:endParaRPr lang="en-US" sz="2800" dirty="0"/>
          </a:p>
        </p:txBody>
      </p:sp>
      <p:sp>
        <p:nvSpPr>
          <p:cNvPr id="6" name="Text 3"/>
          <p:cNvSpPr txBox="1"/>
          <p:nvPr/>
        </p:nvSpPr>
        <p:spPr>
          <a:xfrm>
            <a:off x="548640" y="3520440"/>
            <a:ext cx="3566160" cy="365760"/>
          </a:xfrm>
          <a:prstGeom prst="rect">
            <a:avLst/>
          </a:prstGeom>
          <a:noFill/>
          <a:ln/>
        </p:spPr>
        <p:txBody>
          <a:bodyPr wrap="square" lIns="0" tIns="0" rIns="0" bIns="0" rtlCol="0" anchor="t"/>
          <a:lstStyle/>
          <a:p>
            <a:pPr algn="ctr" indent="0" marL="0">
              <a:buNone/>
            </a:pPr>
            <a:r>
              <a:rPr lang="en-US" sz="1700" b="1" dirty="0">
                <a:solidFill>
                  <a:schemeClr val="tx2"/>
                </a:solidFill>
              </a:rPr>
              <a:t>촛불 · 전구</a:t>
            </a:r>
            <a:endParaRPr lang="en-US" sz="1700" dirty="0"/>
          </a:p>
        </p:txBody>
      </p:sp>
      <p:sp>
        <p:nvSpPr>
          <p:cNvPr id="7" name="Text 4"/>
          <p:cNvSpPr txBox="1"/>
          <p:nvPr/>
        </p:nvSpPr>
        <p:spPr>
          <a:xfrm>
            <a:off x="548640" y="3886200"/>
            <a:ext cx="3566160" cy="365760"/>
          </a:xfrm>
          <a:prstGeom prst="rect">
            <a:avLst/>
          </a:prstGeom>
          <a:noFill/>
          <a:ln/>
        </p:spPr>
        <p:txBody>
          <a:bodyPr wrap="square" lIns="0" tIns="0" rIns="0" bIns="0" rtlCol="0" anchor="t"/>
          <a:lstStyle/>
          <a:p>
            <a:pPr algn="ctr" indent="0" marL="0">
              <a:buNone/>
            </a:pPr>
            <a:r>
              <a:rPr lang="en-US" sz="1400" dirty="0">
                <a:solidFill>
                  <a:schemeClr val="accent5"/>
                </a:solidFill>
              </a:rPr>
              <a:t>그냥 찍으면 노랗게</a:t>
            </a:r>
            <a:endParaRPr lang="en-US" sz="1400" dirty="0"/>
          </a:p>
        </p:txBody>
      </p:sp>
      <p:sp>
        <p:nvSpPr>
          <p:cNvPr id="8" name="Shape 5"/>
          <p:cNvSpPr/>
          <p:nvPr/>
        </p:nvSpPr>
        <p:spPr>
          <a:xfrm>
            <a:off x="4297680" y="1463040"/>
            <a:ext cx="3566160" cy="1920240"/>
          </a:xfrm>
          <a:prstGeom prst="roundRect">
            <a:avLst>
              <a:gd name="adj" fmla="val 5714"/>
            </a:avLst>
          </a:prstGeom>
          <a:solidFill>
            <a:srgbClr val="F4F1E8"/>
          </a:solidFill>
          <a:ln w="12700">
            <a:solidFill>
              <a:srgbClr val="D5DED9"/>
            </a:solidFill>
            <a:prstDash val="solid"/>
          </a:ln>
        </p:spPr>
      </p:sp>
      <p:sp>
        <p:nvSpPr>
          <p:cNvPr id="9" name="Text 6"/>
          <p:cNvSpPr txBox="1"/>
          <p:nvPr/>
        </p:nvSpPr>
        <p:spPr>
          <a:xfrm>
            <a:off x="4297680" y="1463040"/>
            <a:ext cx="3566160" cy="1920240"/>
          </a:xfrm>
          <a:prstGeom prst="rect">
            <a:avLst/>
          </a:prstGeom>
          <a:noFill/>
          <a:ln/>
        </p:spPr>
        <p:txBody>
          <a:bodyPr wrap="square" lIns="0" tIns="0" rIns="0" bIns="0" rtlCol="0" anchor="ctr"/>
          <a:lstStyle/>
          <a:p>
            <a:pPr algn="ctr" indent="0" marL="0">
              <a:buNone/>
            </a:pPr>
            <a:r>
              <a:rPr lang="en-US" sz="2800" b="1" dirty="0">
                <a:solidFill>
                  <a:schemeClr val="tx2"/>
                </a:solidFill>
              </a:rPr>
              <a:t>약 5,500K</a:t>
            </a:r>
            <a:endParaRPr lang="en-US" sz="2800" dirty="0"/>
          </a:p>
        </p:txBody>
      </p:sp>
      <p:sp>
        <p:nvSpPr>
          <p:cNvPr id="10" name="Text 7"/>
          <p:cNvSpPr txBox="1"/>
          <p:nvPr/>
        </p:nvSpPr>
        <p:spPr>
          <a:xfrm>
            <a:off x="4297680" y="3520440"/>
            <a:ext cx="3566160" cy="365760"/>
          </a:xfrm>
          <a:prstGeom prst="rect">
            <a:avLst/>
          </a:prstGeom>
          <a:noFill/>
          <a:ln/>
        </p:spPr>
        <p:txBody>
          <a:bodyPr wrap="square" lIns="0" tIns="0" rIns="0" bIns="0" rtlCol="0" anchor="t"/>
          <a:lstStyle/>
          <a:p>
            <a:pPr algn="ctr" indent="0" marL="0">
              <a:buNone/>
            </a:pPr>
            <a:r>
              <a:rPr lang="en-US" sz="1700" b="1" dirty="0">
                <a:solidFill>
                  <a:schemeClr val="tx2"/>
                </a:solidFill>
              </a:rPr>
              <a:t>한낮 햇빛</a:t>
            </a:r>
            <a:endParaRPr lang="en-US" sz="1700" dirty="0"/>
          </a:p>
        </p:txBody>
      </p:sp>
      <p:sp>
        <p:nvSpPr>
          <p:cNvPr id="11" name="Text 8"/>
          <p:cNvSpPr txBox="1"/>
          <p:nvPr/>
        </p:nvSpPr>
        <p:spPr>
          <a:xfrm>
            <a:off x="4297680" y="3886200"/>
            <a:ext cx="3566160" cy="365760"/>
          </a:xfrm>
          <a:prstGeom prst="rect">
            <a:avLst/>
          </a:prstGeom>
          <a:noFill/>
          <a:ln/>
        </p:spPr>
        <p:txBody>
          <a:bodyPr wrap="square" lIns="0" tIns="0" rIns="0" bIns="0" rtlCol="0" anchor="t"/>
          <a:lstStyle/>
          <a:p>
            <a:pPr algn="ctr" indent="0" marL="0">
              <a:buNone/>
            </a:pPr>
            <a:r>
              <a:rPr lang="en-US" sz="1400" dirty="0">
                <a:solidFill>
                  <a:schemeClr val="accent5"/>
                </a:solidFill>
              </a:rPr>
              <a:t>자연스럽게</a:t>
            </a:r>
            <a:endParaRPr lang="en-US" sz="1400" dirty="0"/>
          </a:p>
        </p:txBody>
      </p:sp>
      <p:sp>
        <p:nvSpPr>
          <p:cNvPr id="12" name="Shape 9"/>
          <p:cNvSpPr/>
          <p:nvPr/>
        </p:nvSpPr>
        <p:spPr>
          <a:xfrm>
            <a:off x="8046720" y="1463040"/>
            <a:ext cx="3566160" cy="1920240"/>
          </a:xfrm>
          <a:prstGeom prst="roundRect">
            <a:avLst>
              <a:gd name="adj" fmla="val 5714"/>
            </a:avLst>
          </a:prstGeom>
          <a:solidFill>
            <a:srgbClr val="9DB8D6"/>
          </a:solidFill>
          <a:ln w="12700">
            <a:solidFill>
              <a:srgbClr val="D5DED9"/>
            </a:solidFill>
            <a:prstDash val="solid"/>
          </a:ln>
        </p:spPr>
      </p:sp>
      <p:sp>
        <p:nvSpPr>
          <p:cNvPr id="13" name="Text 10"/>
          <p:cNvSpPr txBox="1"/>
          <p:nvPr/>
        </p:nvSpPr>
        <p:spPr>
          <a:xfrm>
            <a:off x="8046720" y="1463040"/>
            <a:ext cx="3566160" cy="1920240"/>
          </a:xfrm>
          <a:prstGeom prst="rect">
            <a:avLst/>
          </a:prstGeom>
          <a:noFill/>
          <a:ln/>
        </p:spPr>
        <p:txBody>
          <a:bodyPr wrap="square" lIns="0" tIns="0" rIns="0" bIns="0" rtlCol="0" anchor="ctr"/>
          <a:lstStyle/>
          <a:p>
            <a:pPr algn="ctr" indent="0" marL="0">
              <a:buNone/>
            </a:pPr>
            <a:r>
              <a:rPr lang="en-US" sz="2800" b="1" dirty="0">
                <a:solidFill>
                  <a:schemeClr val="tx2"/>
                </a:solidFill>
              </a:rPr>
              <a:t>약 7,000K</a:t>
            </a:r>
            <a:endParaRPr lang="en-US" sz="2800" dirty="0"/>
          </a:p>
        </p:txBody>
      </p:sp>
      <p:sp>
        <p:nvSpPr>
          <p:cNvPr id="14" name="Text 11"/>
          <p:cNvSpPr txBox="1"/>
          <p:nvPr/>
        </p:nvSpPr>
        <p:spPr>
          <a:xfrm>
            <a:off x="8046720" y="3520440"/>
            <a:ext cx="3566160" cy="365760"/>
          </a:xfrm>
          <a:prstGeom prst="rect">
            <a:avLst/>
          </a:prstGeom>
          <a:noFill/>
          <a:ln/>
        </p:spPr>
        <p:txBody>
          <a:bodyPr wrap="square" lIns="0" tIns="0" rIns="0" bIns="0" rtlCol="0" anchor="t"/>
          <a:lstStyle/>
          <a:p>
            <a:pPr algn="ctr" indent="0" marL="0">
              <a:buNone/>
            </a:pPr>
            <a:r>
              <a:rPr lang="en-US" sz="1700" b="1" dirty="0">
                <a:solidFill>
                  <a:schemeClr val="tx2"/>
                </a:solidFill>
              </a:rPr>
              <a:t>그늘 · 흐린 날</a:t>
            </a:r>
            <a:endParaRPr lang="en-US" sz="1700" dirty="0"/>
          </a:p>
        </p:txBody>
      </p:sp>
      <p:sp>
        <p:nvSpPr>
          <p:cNvPr id="15" name="Text 12"/>
          <p:cNvSpPr txBox="1"/>
          <p:nvPr/>
        </p:nvSpPr>
        <p:spPr>
          <a:xfrm>
            <a:off x="8046720" y="3886200"/>
            <a:ext cx="3566160" cy="365760"/>
          </a:xfrm>
          <a:prstGeom prst="rect">
            <a:avLst/>
          </a:prstGeom>
          <a:noFill/>
          <a:ln/>
        </p:spPr>
        <p:txBody>
          <a:bodyPr wrap="square" lIns="0" tIns="0" rIns="0" bIns="0" rtlCol="0" anchor="t"/>
          <a:lstStyle/>
          <a:p>
            <a:pPr algn="ctr" indent="0" marL="0">
              <a:buNone/>
            </a:pPr>
            <a:r>
              <a:rPr lang="en-US" sz="1400" dirty="0">
                <a:solidFill>
                  <a:schemeClr val="accent5"/>
                </a:solidFill>
              </a:rPr>
              <a:t>그냥 찍으면 파랗게</a:t>
            </a:r>
            <a:endParaRPr lang="en-US" sz="1400" dirty="0"/>
          </a:p>
        </p:txBody>
      </p:sp>
      <p:sp>
        <p:nvSpPr>
          <p:cNvPr id="16" name="Shape 13"/>
          <p:cNvSpPr/>
          <p:nvPr/>
        </p:nvSpPr>
        <p:spPr>
          <a:xfrm>
            <a:off x="548640" y="4526280"/>
            <a:ext cx="5440680" cy="914400"/>
          </a:xfrm>
          <a:prstGeom prst="roundRect">
            <a:avLst>
              <a:gd name="adj" fmla="val 12000"/>
            </a:avLst>
          </a:prstGeom>
          <a:solidFill>
            <a:schemeClr val="bg2"/>
          </a:solidFill>
          <a:ln/>
        </p:spPr>
      </p:sp>
      <p:sp>
        <p:nvSpPr>
          <p:cNvPr id="17" name="Shape 14"/>
          <p:cNvSpPr/>
          <p:nvPr/>
        </p:nvSpPr>
        <p:spPr>
          <a:xfrm>
            <a:off x="731520" y="4700016"/>
            <a:ext cx="566928" cy="566928"/>
          </a:xfrm>
          <a:prstGeom prst="ellipse">
            <a:avLst/>
          </a:prstGeom>
          <a:solidFill>
            <a:schemeClr val="accent2"/>
          </a:solidFill>
          <a:ln/>
        </p:spPr>
      </p:sp>
      <p:sp>
        <p:nvSpPr>
          <p:cNvPr id="18" name="Text 15"/>
          <p:cNvSpPr txBox="1"/>
          <p:nvPr/>
        </p:nvSpPr>
        <p:spPr>
          <a:xfrm>
            <a:off x="731520" y="470001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9" name="Text 16"/>
          <p:cNvSpPr txBox="1"/>
          <p:nvPr/>
        </p:nvSpPr>
        <p:spPr>
          <a:xfrm>
            <a:off x="1527048" y="4654296"/>
            <a:ext cx="4233672" cy="384048"/>
          </a:xfrm>
          <a:prstGeom prst="rect">
            <a:avLst/>
          </a:prstGeom>
          <a:noFill/>
          <a:ln/>
        </p:spPr>
        <p:txBody>
          <a:bodyPr wrap="square" lIns="0" tIns="0" rIns="0" bIns="0" rtlCol="0" anchor="ctr"/>
          <a:lstStyle/>
          <a:p>
            <a:pPr indent="0" marL="0">
              <a:buNone/>
            </a:pPr>
            <a:r>
              <a:rPr lang="en-US" sz="1700" b="1" dirty="0">
                <a:solidFill>
                  <a:schemeClr val="tx2"/>
                </a:solidFill>
              </a:rPr>
              <a:t>영상은 고정하기</a:t>
            </a:r>
            <a:endParaRPr lang="en-US" sz="1700" dirty="0"/>
          </a:p>
        </p:txBody>
      </p:sp>
      <p:sp>
        <p:nvSpPr>
          <p:cNvPr id="20" name="Text 17"/>
          <p:cNvSpPr txBox="1"/>
          <p:nvPr/>
        </p:nvSpPr>
        <p:spPr>
          <a:xfrm>
            <a:off x="1527048" y="5038344"/>
            <a:ext cx="4233672" cy="310896"/>
          </a:xfrm>
          <a:prstGeom prst="rect">
            <a:avLst/>
          </a:prstGeom>
          <a:noFill/>
          <a:ln/>
        </p:spPr>
        <p:txBody>
          <a:bodyPr wrap="square" lIns="0" tIns="0" rIns="0" bIns="0" rtlCol="0" anchor="t"/>
          <a:lstStyle/>
          <a:p>
            <a:pPr indent="0" marL="0">
              <a:buNone/>
            </a:pPr>
            <a:r>
              <a:rPr lang="en-US" sz="1300" dirty="0">
                <a:solidFill>
                  <a:schemeClr val="tx1"/>
                </a:solidFill>
              </a:rPr>
              <a:t>자동은 찍는 도중 색이 바뀔 수 있어요</a:t>
            </a:r>
            <a:endParaRPr lang="en-US" sz="1300" dirty="0"/>
          </a:p>
        </p:txBody>
      </p:sp>
      <p:sp>
        <p:nvSpPr>
          <p:cNvPr id="21" name="Shape 18"/>
          <p:cNvSpPr/>
          <p:nvPr/>
        </p:nvSpPr>
        <p:spPr>
          <a:xfrm>
            <a:off x="6172200" y="4526280"/>
            <a:ext cx="5440680" cy="914400"/>
          </a:xfrm>
          <a:prstGeom prst="roundRect">
            <a:avLst>
              <a:gd name="adj" fmla="val 12000"/>
            </a:avLst>
          </a:prstGeom>
          <a:solidFill>
            <a:schemeClr val="bg2"/>
          </a:solidFill>
          <a:ln/>
        </p:spPr>
      </p:sp>
      <p:sp>
        <p:nvSpPr>
          <p:cNvPr id="22" name="Shape 19"/>
          <p:cNvSpPr/>
          <p:nvPr/>
        </p:nvSpPr>
        <p:spPr>
          <a:xfrm>
            <a:off x="6355080" y="4700016"/>
            <a:ext cx="566928" cy="566928"/>
          </a:xfrm>
          <a:prstGeom prst="ellipse">
            <a:avLst/>
          </a:prstGeom>
          <a:solidFill>
            <a:schemeClr val="accent3"/>
          </a:solidFill>
          <a:ln/>
        </p:spPr>
      </p:sp>
      <p:sp>
        <p:nvSpPr>
          <p:cNvPr id="23" name="Text 20"/>
          <p:cNvSpPr txBox="1"/>
          <p:nvPr/>
        </p:nvSpPr>
        <p:spPr>
          <a:xfrm>
            <a:off x="6355080" y="470001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4" name="Text 21"/>
          <p:cNvSpPr txBox="1"/>
          <p:nvPr/>
        </p:nvSpPr>
        <p:spPr>
          <a:xfrm>
            <a:off x="7150608" y="4654296"/>
            <a:ext cx="4233672" cy="384048"/>
          </a:xfrm>
          <a:prstGeom prst="rect">
            <a:avLst/>
          </a:prstGeom>
          <a:noFill/>
          <a:ln/>
        </p:spPr>
        <p:txBody>
          <a:bodyPr wrap="square" lIns="0" tIns="0" rIns="0" bIns="0" rtlCol="0" anchor="ctr"/>
          <a:lstStyle/>
          <a:p>
            <a:pPr indent="0" marL="0">
              <a:buNone/>
            </a:pPr>
            <a:r>
              <a:rPr lang="en-US" sz="1700" b="1" dirty="0">
                <a:solidFill>
                  <a:schemeClr val="tx2"/>
                </a:solidFill>
              </a:rPr>
              <a:t>색이 다른 빛을 섞지 않기</a:t>
            </a:r>
            <a:endParaRPr lang="en-US" sz="1700" dirty="0"/>
          </a:p>
        </p:txBody>
      </p:sp>
      <p:sp>
        <p:nvSpPr>
          <p:cNvPr id="25" name="Text 22"/>
          <p:cNvSpPr txBox="1"/>
          <p:nvPr/>
        </p:nvSpPr>
        <p:spPr>
          <a:xfrm>
            <a:off x="7150608" y="5038344"/>
            <a:ext cx="4233672" cy="310896"/>
          </a:xfrm>
          <a:prstGeom prst="rect">
            <a:avLst/>
          </a:prstGeom>
          <a:noFill/>
          <a:ln/>
        </p:spPr>
        <p:txBody>
          <a:bodyPr wrap="square" lIns="0" tIns="0" rIns="0" bIns="0" rtlCol="0" anchor="t"/>
          <a:lstStyle/>
          <a:p>
            <a:pPr indent="0" marL="0">
              <a:buNone/>
            </a:pPr>
            <a:r>
              <a:rPr lang="en-US" sz="1300" dirty="0">
                <a:solidFill>
                  <a:schemeClr val="tx1"/>
                </a:solidFill>
              </a:rPr>
              <a:t>창가 빛 + 형광등 = 얼굴 반반</a:t>
            </a:r>
            <a:endParaRPr lang="en-US" sz="13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초점과 심도, 그리고 폰의 렌즈 세 개</a:t>
            </a:r>
            <a:endParaRPr lang="en-US" sz="3000" dirty="0"/>
          </a:p>
        </p:txBody>
      </p:sp>
      <p:sp>
        <p:nvSpPr>
          <p:cNvPr id="4" name="Shape 1"/>
          <p:cNvSpPr/>
          <p:nvPr/>
        </p:nvSpPr>
        <p:spPr>
          <a:xfrm>
            <a:off x="548640" y="1417320"/>
            <a:ext cx="2331720" cy="3017520"/>
          </a:xfrm>
          <a:prstGeom prst="roundRect">
            <a:avLst>
              <a:gd name="adj" fmla="val 4706"/>
            </a:avLst>
          </a:prstGeom>
          <a:solidFill>
            <a:schemeClr val="bg2"/>
          </a:solidFill>
          <a:ln/>
        </p:spPr>
      </p:sp>
      <p:sp>
        <p:nvSpPr>
          <p:cNvPr id="5" name="Shape 2"/>
          <p:cNvSpPr/>
          <p:nvPr/>
        </p:nvSpPr>
        <p:spPr>
          <a:xfrm>
            <a:off x="1188720" y="1600200"/>
            <a:ext cx="1051560" cy="1051560"/>
          </a:xfrm>
          <a:prstGeom prst="ellipse">
            <a:avLst/>
          </a:prstGeom>
          <a:solidFill>
            <a:schemeClr val="accent4"/>
          </a:solidFill>
          <a:ln/>
        </p:spPr>
      </p:sp>
      <p:sp>
        <p:nvSpPr>
          <p:cNvPr id="6" name="Text 3"/>
          <p:cNvSpPr txBox="1"/>
          <p:nvPr/>
        </p:nvSpPr>
        <p:spPr>
          <a:xfrm>
            <a:off x="1188720" y="1600200"/>
            <a:ext cx="1051560" cy="1051560"/>
          </a:xfrm>
          <a:prstGeom prst="rect">
            <a:avLst/>
          </a:prstGeom>
          <a:noFill/>
          <a:ln/>
        </p:spPr>
        <p:txBody>
          <a:bodyPr wrap="square" lIns="0" tIns="0" rIns="0" bIns="0" rtlCol="0" anchor="ctr"/>
          <a:lstStyle/>
          <a:p>
            <a:pPr algn="ctr" indent="0" marL="0">
              <a:buNone/>
            </a:pPr>
            <a:r>
              <a:rPr lang="en-US" sz="2000" b="1" dirty="0">
                <a:solidFill>
                  <a:schemeClr val="bg1"/>
                </a:solidFill>
              </a:rPr>
              <a:t>0.5x</a:t>
            </a:r>
            <a:endParaRPr lang="en-US" sz="2000" dirty="0"/>
          </a:p>
        </p:txBody>
      </p:sp>
      <p:sp>
        <p:nvSpPr>
          <p:cNvPr id="7" name="Text 4"/>
          <p:cNvSpPr txBox="1"/>
          <p:nvPr/>
        </p:nvSpPr>
        <p:spPr>
          <a:xfrm>
            <a:off x="640080" y="2743200"/>
            <a:ext cx="2148840" cy="365760"/>
          </a:xfrm>
          <a:prstGeom prst="rect">
            <a:avLst/>
          </a:prstGeom>
          <a:noFill/>
          <a:ln/>
        </p:spPr>
        <p:txBody>
          <a:bodyPr wrap="square" lIns="0" tIns="0" rIns="0" bIns="0" rtlCol="0" anchor="t"/>
          <a:lstStyle/>
          <a:p>
            <a:pPr algn="ctr" indent="0" marL="0">
              <a:buNone/>
            </a:pPr>
            <a:r>
              <a:rPr lang="en-US" sz="1700" b="1" dirty="0">
                <a:solidFill>
                  <a:schemeClr val="tx2"/>
                </a:solidFill>
              </a:rPr>
              <a:t>초광각</a:t>
            </a:r>
            <a:endParaRPr lang="en-US" sz="1700" dirty="0"/>
          </a:p>
        </p:txBody>
      </p:sp>
      <p:sp>
        <p:nvSpPr>
          <p:cNvPr id="8" name="Text 5"/>
          <p:cNvSpPr txBox="1"/>
          <p:nvPr/>
        </p:nvSpPr>
        <p:spPr>
          <a:xfrm>
            <a:off x="685800" y="3154680"/>
            <a:ext cx="2057400" cy="1097280"/>
          </a:xfrm>
          <a:prstGeom prst="rect">
            <a:avLst/>
          </a:prstGeom>
          <a:noFill/>
          <a:ln/>
        </p:spPr>
        <p:txBody>
          <a:bodyPr wrap="square" lIns="0" tIns="0" rIns="0" bIns="0" rtlCol="0" anchor="t"/>
          <a:lstStyle/>
          <a:p>
            <a:pPr algn="ctr" indent="0" marL="0">
              <a:buNone/>
            </a:pPr>
            <a:r>
              <a:rPr lang="en-US" sz="1300" dirty="0">
                <a:solidFill>
                  <a:schemeClr val="tx1"/>
                </a:solidFill>
              </a:rPr>
              <a:t>공간 전체 · 가장자리 휨</a:t>
            </a:r>
            <a:endParaRPr lang="en-US" sz="1300" dirty="0"/>
          </a:p>
          <a:p>
            <a:pPr algn="ctr" indent="0" marL="0">
              <a:buNone/>
            </a:pPr>
            <a:r>
              <a:rPr lang="en-US" sz="1300" dirty="0">
                <a:solidFill>
                  <a:schemeClr val="tx1"/>
                </a:solidFill>
              </a:rPr>
              <a:t>얼굴 가까이 쓰면 왜곡</a:t>
            </a:r>
            <a:endParaRPr lang="en-US" sz="1300" dirty="0"/>
          </a:p>
        </p:txBody>
      </p:sp>
      <p:sp>
        <p:nvSpPr>
          <p:cNvPr id="9" name="Shape 6"/>
          <p:cNvSpPr/>
          <p:nvPr/>
        </p:nvSpPr>
        <p:spPr>
          <a:xfrm>
            <a:off x="3063240" y="1417320"/>
            <a:ext cx="2331720" cy="3017520"/>
          </a:xfrm>
          <a:prstGeom prst="roundRect">
            <a:avLst>
              <a:gd name="adj" fmla="val 4706"/>
            </a:avLst>
          </a:prstGeom>
          <a:solidFill>
            <a:schemeClr val="bg2"/>
          </a:solidFill>
          <a:ln/>
        </p:spPr>
      </p:sp>
      <p:sp>
        <p:nvSpPr>
          <p:cNvPr id="10" name="Shape 7"/>
          <p:cNvSpPr/>
          <p:nvPr/>
        </p:nvSpPr>
        <p:spPr>
          <a:xfrm>
            <a:off x="3703320" y="1600200"/>
            <a:ext cx="1051560" cy="1051560"/>
          </a:xfrm>
          <a:prstGeom prst="ellipse">
            <a:avLst/>
          </a:prstGeom>
          <a:solidFill>
            <a:schemeClr val="accent2"/>
          </a:solidFill>
          <a:ln/>
        </p:spPr>
      </p:sp>
      <p:sp>
        <p:nvSpPr>
          <p:cNvPr id="11" name="Text 8"/>
          <p:cNvSpPr txBox="1"/>
          <p:nvPr/>
        </p:nvSpPr>
        <p:spPr>
          <a:xfrm>
            <a:off x="3703320" y="1600200"/>
            <a:ext cx="1051560" cy="1051560"/>
          </a:xfrm>
          <a:prstGeom prst="rect">
            <a:avLst/>
          </a:prstGeom>
          <a:noFill/>
          <a:ln/>
        </p:spPr>
        <p:txBody>
          <a:bodyPr wrap="square" lIns="0" tIns="0" rIns="0" bIns="0" rtlCol="0" anchor="ctr"/>
          <a:lstStyle/>
          <a:p>
            <a:pPr algn="ctr" indent="0" marL="0">
              <a:buNone/>
            </a:pPr>
            <a:r>
              <a:rPr lang="en-US" sz="2000" b="1" dirty="0">
                <a:solidFill>
                  <a:schemeClr val="bg1"/>
                </a:solidFill>
              </a:rPr>
              <a:t>1x</a:t>
            </a:r>
            <a:endParaRPr lang="en-US" sz="2000" dirty="0"/>
          </a:p>
        </p:txBody>
      </p:sp>
      <p:sp>
        <p:nvSpPr>
          <p:cNvPr id="12" name="Text 9"/>
          <p:cNvSpPr txBox="1"/>
          <p:nvPr/>
        </p:nvSpPr>
        <p:spPr>
          <a:xfrm>
            <a:off x="3154680" y="2743200"/>
            <a:ext cx="2148840" cy="365760"/>
          </a:xfrm>
          <a:prstGeom prst="rect">
            <a:avLst/>
          </a:prstGeom>
          <a:noFill/>
          <a:ln/>
        </p:spPr>
        <p:txBody>
          <a:bodyPr wrap="square" lIns="0" tIns="0" rIns="0" bIns="0" rtlCol="0" anchor="t"/>
          <a:lstStyle/>
          <a:p>
            <a:pPr algn="ctr" indent="0" marL="0">
              <a:buNone/>
            </a:pPr>
            <a:r>
              <a:rPr lang="en-US" sz="1700" b="1" dirty="0">
                <a:solidFill>
                  <a:schemeClr val="tx2"/>
                </a:solidFill>
              </a:rPr>
              <a:t>기본</a:t>
            </a:r>
            <a:endParaRPr lang="en-US" sz="1700" dirty="0"/>
          </a:p>
        </p:txBody>
      </p:sp>
      <p:sp>
        <p:nvSpPr>
          <p:cNvPr id="13" name="Text 10"/>
          <p:cNvSpPr txBox="1"/>
          <p:nvPr/>
        </p:nvSpPr>
        <p:spPr>
          <a:xfrm>
            <a:off x="3200400" y="3154680"/>
            <a:ext cx="2057400" cy="1097280"/>
          </a:xfrm>
          <a:prstGeom prst="rect">
            <a:avLst/>
          </a:prstGeom>
          <a:noFill/>
          <a:ln/>
        </p:spPr>
        <p:txBody>
          <a:bodyPr wrap="square" lIns="0" tIns="0" rIns="0" bIns="0" rtlCol="0" anchor="t"/>
          <a:lstStyle/>
          <a:p>
            <a:pPr algn="ctr" indent="0" marL="0">
              <a:buNone/>
            </a:pPr>
            <a:r>
              <a:rPr lang="en-US" sz="1300" dirty="0">
                <a:solidFill>
                  <a:schemeClr val="tx1"/>
                </a:solidFill>
              </a:rPr>
              <a:t>가장 선명 · 화질 기준</a:t>
            </a:r>
            <a:endParaRPr lang="en-US" sz="1300" dirty="0"/>
          </a:p>
          <a:p>
            <a:pPr algn="ctr" indent="0" marL="0">
              <a:buNone/>
            </a:pPr>
            <a:r>
              <a:rPr lang="en-US" sz="1300" dirty="0">
                <a:solidFill>
                  <a:schemeClr val="tx1"/>
                </a:solidFill>
              </a:rPr>
              <a:t>대부분의 촬영</a:t>
            </a:r>
            <a:endParaRPr lang="en-US" sz="1300" dirty="0"/>
          </a:p>
        </p:txBody>
      </p:sp>
      <p:sp>
        <p:nvSpPr>
          <p:cNvPr id="14" name="Shape 11"/>
          <p:cNvSpPr/>
          <p:nvPr/>
        </p:nvSpPr>
        <p:spPr>
          <a:xfrm>
            <a:off x="5577840" y="1417320"/>
            <a:ext cx="2331720" cy="3017520"/>
          </a:xfrm>
          <a:prstGeom prst="roundRect">
            <a:avLst>
              <a:gd name="adj" fmla="val 4706"/>
            </a:avLst>
          </a:prstGeom>
          <a:solidFill>
            <a:schemeClr val="bg2"/>
          </a:solidFill>
          <a:ln/>
        </p:spPr>
      </p:sp>
      <p:sp>
        <p:nvSpPr>
          <p:cNvPr id="15" name="Shape 12"/>
          <p:cNvSpPr/>
          <p:nvPr/>
        </p:nvSpPr>
        <p:spPr>
          <a:xfrm>
            <a:off x="6217920" y="1600200"/>
            <a:ext cx="1051560" cy="1051560"/>
          </a:xfrm>
          <a:prstGeom prst="ellipse">
            <a:avLst/>
          </a:prstGeom>
          <a:solidFill>
            <a:schemeClr val="accent3"/>
          </a:solidFill>
          <a:ln/>
        </p:spPr>
      </p:sp>
      <p:sp>
        <p:nvSpPr>
          <p:cNvPr id="16" name="Text 13"/>
          <p:cNvSpPr txBox="1"/>
          <p:nvPr/>
        </p:nvSpPr>
        <p:spPr>
          <a:xfrm>
            <a:off x="6217920" y="1600200"/>
            <a:ext cx="1051560" cy="1051560"/>
          </a:xfrm>
          <a:prstGeom prst="rect">
            <a:avLst/>
          </a:prstGeom>
          <a:noFill/>
          <a:ln/>
        </p:spPr>
        <p:txBody>
          <a:bodyPr wrap="square" lIns="0" tIns="0" rIns="0" bIns="0" rtlCol="0" anchor="ctr"/>
          <a:lstStyle/>
          <a:p>
            <a:pPr algn="ctr" indent="0" marL="0">
              <a:buNone/>
            </a:pPr>
            <a:r>
              <a:rPr lang="en-US" sz="2000" b="1" dirty="0">
                <a:solidFill>
                  <a:schemeClr val="bg1"/>
                </a:solidFill>
              </a:rPr>
              <a:t>2~3x</a:t>
            </a:r>
            <a:endParaRPr lang="en-US" sz="2000" dirty="0"/>
          </a:p>
        </p:txBody>
      </p:sp>
      <p:sp>
        <p:nvSpPr>
          <p:cNvPr id="17" name="Text 14"/>
          <p:cNvSpPr txBox="1"/>
          <p:nvPr/>
        </p:nvSpPr>
        <p:spPr>
          <a:xfrm>
            <a:off x="5669280" y="2743200"/>
            <a:ext cx="2148840" cy="365760"/>
          </a:xfrm>
          <a:prstGeom prst="rect">
            <a:avLst/>
          </a:prstGeom>
          <a:noFill/>
          <a:ln/>
        </p:spPr>
        <p:txBody>
          <a:bodyPr wrap="square" lIns="0" tIns="0" rIns="0" bIns="0" rtlCol="0" anchor="t"/>
          <a:lstStyle/>
          <a:p>
            <a:pPr algn="ctr" indent="0" marL="0">
              <a:buNone/>
            </a:pPr>
            <a:r>
              <a:rPr lang="en-US" sz="1700" b="1" dirty="0">
                <a:solidFill>
                  <a:schemeClr val="tx2"/>
                </a:solidFill>
              </a:rPr>
              <a:t>망원</a:t>
            </a:r>
            <a:endParaRPr lang="en-US" sz="1700" dirty="0"/>
          </a:p>
        </p:txBody>
      </p:sp>
      <p:sp>
        <p:nvSpPr>
          <p:cNvPr id="18" name="Text 15"/>
          <p:cNvSpPr txBox="1"/>
          <p:nvPr/>
        </p:nvSpPr>
        <p:spPr>
          <a:xfrm>
            <a:off x="5715000" y="3154680"/>
            <a:ext cx="2057400" cy="1097280"/>
          </a:xfrm>
          <a:prstGeom prst="rect">
            <a:avLst/>
          </a:prstGeom>
          <a:noFill/>
          <a:ln/>
        </p:spPr>
        <p:txBody>
          <a:bodyPr wrap="square" lIns="0" tIns="0" rIns="0" bIns="0" rtlCol="0" anchor="t"/>
          <a:lstStyle/>
          <a:p>
            <a:pPr algn="ctr" indent="0" marL="0">
              <a:buNone/>
            </a:pPr>
            <a:r>
              <a:rPr lang="en-US" sz="1300" dirty="0">
                <a:solidFill>
                  <a:schemeClr val="tx1"/>
                </a:solidFill>
              </a:rPr>
              <a:t>얼굴이 자연스러움</a:t>
            </a:r>
            <a:endParaRPr lang="en-US" sz="1300" dirty="0"/>
          </a:p>
          <a:p>
            <a:pPr algn="ctr" indent="0" marL="0">
              <a:buNone/>
            </a:pPr>
            <a:r>
              <a:rPr lang="en-US" sz="1300" dirty="0">
                <a:solidFill>
                  <a:schemeClr val="tx1"/>
                </a:solidFill>
              </a:rPr>
              <a:t>배경이 가까워 보임</a:t>
            </a:r>
            <a:endParaRPr lang="en-US" sz="1300" dirty="0"/>
          </a:p>
        </p:txBody>
      </p:sp>
      <p:sp>
        <p:nvSpPr>
          <p:cNvPr id="19" name="Shape 16"/>
          <p:cNvSpPr/>
          <p:nvPr/>
        </p:nvSpPr>
        <p:spPr>
          <a:xfrm>
            <a:off x="8229600" y="1417320"/>
            <a:ext cx="3383280" cy="3017520"/>
          </a:xfrm>
          <a:prstGeom prst="roundRect">
            <a:avLst>
              <a:gd name="adj" fmla="val 3636"/>
            </a:avLst>
          </a:prstGeom>
          <a:solidFill>
            <a:schemeClr val="tx2"/>
          </a:solidFill>
          <a:ln/>
        </p:spPr>
      </p:sp>
      <p:sp>
        <p:nvSpPr>
          <p:cNvPr id="20" name="Text 17"/>
          <p:cNvSpPr txBox="1"/>
          <p:nvPr/>
        </p:nvSpPr>
        <p:spPr>
          <a:xfrm>
            <a:off x="8458200" y="1645920"/>
            <a:ext cx="2926080" cy="731520"/>
          </a:xfrm>
          <a:prstGeom prst="rect">
            <a:avLst/>
          </a:prstGeom>
          <a:noFill/>
          <a:ln/>
        </p:spPr>
        <p:txBody>
          <a:bodyPr wrap="square" lIns="0" tIns="0" rIns="0" bIns="0" rtlCol="0" anchor="t"/>
          <a:lstStyle/>
          <a:p>
            <a:pPr indent="0" marL="0">
              <a:buNone/>
            </a:pPr>
            <a:r>
              <a:rPr lang="en-US" sz="1800" b="1" dirty="0">
                <a:solidFill>
                  <a:schemeClr val="accent1"/>
                </a:solidFill>
              </a:rPr>
              <a:t>초점은 보여주고 싶은 곳에</a:t>
            </a:r>
            <a:endParaRPr lang="en-US" sz="1800" dirty="0"/>
          </a:p>
        </p:txBody>
      </p:sp>
      <p:sp>
        <p:nvSpPr>
          <p:cNvPr id="21" name="Text 18"/>
          <p:cNvSpPr txBox="1"/>
          <p:nvPr/>
        </p:nvSpPr>
        <p:spPr>
          <a:xfrm>
            <a:off x="8458200" y="2468880"/>
            <a:ext cx="2926080" cy="1645920"/>
          </a:xfrm>
          <a:prstGeom prst="rect">
            <a:avLst/>
          </a:prstGeom>
          <a:noFill/>
          <a:ln/>
        </p:spPr>
        <p:txBody>
          <a:bodyPr wrap="square" lIns="0" tIns="0" rIns="0" bIns="0" rtlCol="0" anchor="t"/>
          <a:lstStyle/>
          <a:p>
            <a:pPr indent="0" marL="0">
              <a:buNone/>
            </a:pPr>
            <a:r>
              <a:rPr lang="en-US" sz="1500" dirty="0">
                <a:solidFill>
                  <a:schemeClr val="bg1"/>
                </a:solidFill>
              </a:rPr>
              <a:t>사람이면 눈.</a:t>
            </a:r>
            <a:endParaRPr lang="en-US" sz="1500" dirty="0"/>
          </a:p>
          <a:p>
            <a:pPr indent="0" marL="0">
              <a:buNone/>
            </a:pPr>
            <a:r>
              <a:rPr lang="en-US" sz="1500" dirty="0">
                <a:solidFill>
                  <a:schemeClr val="bg1"/>
                </a:solidFill>
              </a:rPr>
              <a:t>얕은 심도 = 주인공만 선명</a:t>
            </a:r>
            <a:endParaRPr lang="en-US" sz="1500" dirty="0"/>
          </a:p>
          <a:p>
            <a:pPr indent="0" marL="0">
              <a:buNone/>
            </a:pPr>
            <a:r>
              <a:rPr lang="en-US" sz="1500" dirty="0">
                <a:solidFill>
                  <a:schemeClr val="bg1"/>
                </a:solidFill>
              </a:rPr>
              <a:t>깊은 심도 = 전부 선명</a:t>
            </a:r>
            <a:endParaRPr lang="en-US" sz="1500" dirty="0"/>
          </a:p>
        </p:txBody>
      </p:sp>
      <p:sp>
        <p:nvSpPr>
          <p:cNvPr id="22" name="Shape 19"/>
          <p:cNvSpPr/>
          <p:nvPr/>
        </p:nvSpPr>
        <p:spPr>
          <a:xfrm>
            <a:off x="548640" y="4754880"/>
            <a:ext cx="11064240" cy="502920"/>
          </a:xfrm>
          <a:prstGeom prst="roundRect">
            <a:avLst>
              <a:gd name="adj" fmla="val 18182"/>
            </a:avLst>
          </a:prstGeom>
          <a:solidFill>
            <a:schemeClr val="accent6"/>
          </a:solidFill>
          <a:ln/>
        </p:spPr>
      </p:sp>
      <p:sp>
        <p:nvSpPr>
          <p:cNvPr id="23" name="Text 20"/>
          <p:cNvSpPr txBox="1"/>
          <p:nvPr/>
        </p:nvSpPr>
        <p:spPr>
          <a:xfrm>
            <a:off x="777240" y="475488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줌 말고 발로. 렌즈 배율 사이의 디지털 줌은 화질이 떨어집니다</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실습 · 프로 모드로 바꿔 찍기 (짝과 25분)</a:t>
            </a:r>
            <a:endParaRPr lang="en-US" sz="3000" dirty="0"/>
          </a:p>
        </p:txBody>
      </p:sp>
      <p:sp>
        <p:nvSpPr>
          <p:cNvPr id="4" name="Shape 1"/>
          <p:cNvSpPr/>
          <p:nvPr/>
        </p:nvSpPr>
        <p:spPr>
          <a:xfrm>
            <a:off x="548640" y="1417320"/>
            <a:ext cx="5440680" cy="1920240"/>
          </a:xfrm>
          <a:prstGeom prst="roundRect">
            <a:avLst>
              <a:gd name="adj" fmla="val 5714"/>
            </a:avLst>
          </a:prstGeom>
          <a:solidFill>
            <a:schemeClr val="bg2"/>
          </a:solidFill>
          <a:ln/>
        </p:spPr>
      </p:sp>
      <p:sp>
        <p:nvSpPr>
          <p:cNvPr id="5" name="Text 2"/>
          <p:cNvSpPr txBox="1"/>
          <p:nvPr/>
        </p:nvSpPr>
        <p:spPr>
          <a:xfrm>
            <a:off x="777240" y="1554480"/>
            <a:ext cx="4937760" cy="365760"/>
          </a:xfrm>
          <a:prstGeom prst="rect">
            <a:avLst/>
          </a:prstGeom>
          <a:noFill/>
          <a:ln/>
        </p:spPr>
        <p:txBody>
          <a:bodyPr wrap="square" lIns="0" tIns="0" rIns="0" bIns="0" rtlCol="0" anchor="t"/>
          <a:lstStyle/>
          <a:p>
            <a:pPr indent="0" marL="0">
              <a:buNone/>
            </a:pPr>
            <a:r>
              <a:rPr lang="en-US" sz="1700" b="1" dirty="0">
                <a:solidFill>
                  <a:schemeClr val="accent4"/>
                </a:solidFill>
              </a:rPr>
              <a:t>갤럭시</a:t>
            </a:r>
            <a:endParaRPr lang="en-US" sz="1700" dirty="0"/>
          </a:p>
        </p:txBody>
      </p:sp>
      <p:sp>
        <p:nvSpPr>
          <p:cNvPr id="6" name="Text 3"/>
          <p:cNvSpPr txBox="1"/>
          <p:nvPr/>
        </p:nvSpPr>
        <p:spPr>
          <a:xfrm>
            <a:off x="777240" y="1965960"/>
            <a:ext cx="4937760" cy="1188720"/>
          </a:xfrm>
          <a:prstGeom prst="rect">
            <a:avLst/>
          </a:prstGeom>
          <a:noFill/>
          <a:ln/>
        </p:spPr>
        <p:txBody>
          <a:bodyPr wrap="square" lIns="0" tIns="0" rIns="0" bIns="0" rtlCol="0" anchor="t"/>
          <a:lstStyle/>
          <a:p>
            <a:pPr indent="0" marL="0">
              <a:buNone/>
            </a:pPr>
            <a:r>
              <a:rPr lang="en-US" sz="1500" dirty="0">
                <a:solidFill>
                  <a:schemeClr val="tx1"/>
                </a:solidFill>
              </a:rPr>
              <a:t>카메라 → 더보기 → 프로 / 프로 동영상</a:t>
            </a:r>
            <a:endParaRPr lang="en-US" sz="1500" dirty="0"/>
          </a:p>
          <a:p>
            <a:pPr indent="0" marL="0">
              <a:buNone/>
            </a:pPr>
            <a:r>
              <a:rPr lang="en-US" sz="1500" dirty="0">
                <a:solidFill>
                  <a:schemeClr val="tx1"/>
                </a:solidFill>
              </a:rPr>
              <a:t>ISO · 셔터 · WB를 직접 조절</a:t>
            </a:r>
            <a:endParaRPr lang="en-US" sz="1500" dirty="0"/>
          </a:p>
        </p:txBody>
      </p:sp>
      <p:sp>
        <p:nvSpPr>
          <p:cNvPr id="7" name="Shape 4"/>
          <p:cNvSpPr/>
          <p:nvPr/>
        </p:nvSpPr>
        <p:spPr>
          <a:xfrm>
            <a:off x="6172200" y="1417320"/>
            <a:ext cx="5440680" cy="1920240"/>
          </a:xfrm>
          <a:prstGeom prst="roundRect">
            <a:avLst>
              <a:gd name="adj" fmla="val 5714"/>
            </a:avLst>
          </a:prstGeom>
          <a:solidFill>
            <a:schemeClr val="bg2"/>
          </a:solidFill>
          <a:ln/>
        </p:spPr>
      </p:sp>
      <p:sp>
        <p:nvSpPr>
          <p:cNvPr id="8" name="Text 5"/>
          <p:cNvSpPr txBox="1"/>
          <p:nvPr/>
        </p:nvSpPr>
        <p:spPr>
          <a:xfrm>
            <a:off x="6400800" y="1554480"/>
            <a:ext cx="4937760" cy="365760"/>
          </a:xfrm>
          <a:prstGeom prst="rect">
            <a:avLst/>
          </a:prstGeom>
          <a:noFill/>
          <a:ln/>
        </p:spPr>
        <p:txBody>
          <a:bodyPr wrap="square" lIns="0" tIns="0" rIns="0" bIns="0" rtlCol="0" anchor="t"/>
          <a:lstStyle/>
          <a:p>
            <a:pPr indent="0" marL="0">
              <a:buNone/>
            </a:pPr>
            <a:r>
              <a:rPr lang="en-US" sz="1700" b="1" dirty="0">
                <a:solidFill>
                  <a:schemeClr val="accent4"/>
                </a:solidFill>
              </a:rPr>
              <a:t>아이폰</a:t>
            </a:r>
            <a:endParaRPr lang="en-US" sz="1700" dirty="0"/>
          </a:p>
        </p:txBody>
      </p:sp>
      <p:sp>
        <p:nvSpPr>
          <p:cNvPr id="9" name="Text 6"/>
          <p:cNvSpPr txBox="1"/>
          <p:nvPr/>
        </p:nvSpPr>
        <p:spPr>
          <a:xfrm>
            <a:off x="6400800" y="1965960"/>
            <a:ext cx="4937760" cy="1188720"/>
          </a:xfrm>
          <a:prstGeom prst="rect">
            <a:avLst/>
          </a:prstGeom>
          <a:noFill/>
          <a:ln/>
        </p:spPr>
        <p:txBody>
          <a:bodyPr wrap="square" lIns="0" tIns="0" rIns="0" bIns="0" rtlCol="0" anchor="t"/>
          <a:lstStyle/>
          <a:p>
            <a:pPr indent="0" marL="0">
              <a:buNone/>
            </a:pPr>
            <a:r>
              <a:rPr lang="en-US" sz="1500" dirty="0">
                <a:solidFill>
                  <a:schemeClr val="tx1"/>
                </a:solidFill>
              </a:rPr>
              <a:t>기본 카메라는 노출 조절 위주</a:t>
            </a:r>
            <a:endParaRPr lang="en-US" sz="1500" dirty="0"/>
          </a:p>
          <a:p>
            <a:pPr indent="0" marL="0">
              <a:buNone/>
            </a:pPr>
            <a:r>
              <a:rPr lang="en-US" sz="1500" dirty="0">
                <a:solidFill>
                  <a:schemeClr val="tx1"/>
                </a:solidFill>
              </a:rPr>
              <a:t>→ 무료 수동 앱(예: Blackmagic Camera)</a:t>
            </a:r>
            <a:endParaRPr lang="en-US" sz="1500" dirty="0"/>
          </a:p>
        </p:txBody>
      </p:sp>
      <p:sp>
        <p:nvSpPr>
          <p:cNvPr id="10" name="Text 7"/>
          <p:cNvSpPr txBox="1"/>
          <p:nvPr/>
        </p:nvSpPr>
        <p:spPr>
          <a:xfrm>
            <a:off x="548640" y="3611880"/>
            <a:ext cx="6858000" cy="2011680"/>
          </a:xfrm>
          <a:prstGeom prst="rect">
            <a:avLst/>
          </a:prstGeom>
          <a:noFill/>
          <a:ln/>
        </p:spPr>
        <p:txBody>
          <a:bodyPr wrap="square" lIns="0" tIns="0" rIns="0" bIns="0" rtlCol="0" anchor="t"/>
          <a:lstStyle/>
          <a:p>
            <a:pPr indent="0" marL="0">
              <a:spcAft>
                <a:spcPts val="900"/>
              </a:spcAft>
              <a:buNone/>
            </a:pPr>
            <a:r>
              <a:rPr lang="en-US" sz="1600" dirty="0">
                <a:solidFill>
                  <a:schemeClr val="tx1"/>
                </a:solidFill>
              </a:rPr>
              <a:t>□  같은 장면 ISO 100 vs 3200</a:t>
            </a:r>
            <a:endParaRPr lang="en-US" sz="1600" dirty="0"/>
          </a:p>
          <a:p>
            <a:pPr indent="0" marL="0">
              <a:spcAft>
                <a:spcPts val="900"/>
              </a:spcAft>
              <a:buNone/>
            </a:pPr>
            <a:r>
              <a:rPr lang="en-US" sz="1600" dirty="0">
                <a:solidFill>
                  <a:schemeClr val="tx1"/>
                </a:solidFill>
              </a:rPr>
              <a:t>□  손 흔들기 셔터 1/60 vs 1/1000</a:t>
            </a:r>
            <a:endParaRPr lang="en-US" sz="1600" dirty="0"/>
          </a:p>
          <a:p>
            <a:pPr indent="0" marL="0">
              <a:spcAft>
                <a:spcPts val="900"/>
              </a:spcAft>
              <a:buNone/>
            </a:pPr>
            <a:r>
              <a:rPr lang="en-US" sz="1600" dirty="0">
                <a:solidFill>
                  <a:schemeClr val="tx1"/>
                </a:solidFill>
              </a:rPr>
              <a:t>□  흰 종이 WB 전구 vs 맑음</a:t>
            </a:r>
            <a:endParaRPr lang="en-US" sz="1600" dirty="0"/>
          </a:p>
          <a:p>
            <a:pPr indent="0" marL="0">
              <a:spcAft>
                <a:spcPts val="900"/>
              </a:spcAft>
              <a:buNone/>
            </a:pPr>
            <a:r>
              <a:rPr lang="en-US" sz="1600" dirty="0">
                <a:solidFill>
                  <a:schemeClr val="tx1"/>
                </a:solidFill>
              </a:rPr>
              <a:t>□  인물 모드 켜고 / 끄고 (배경 흐림 비교)</a:t>
            </a:r>
            <a:endParaRPr lang="en-US" sz="1600" dirty="0"/>
          </a:p>
        </p:txBody>
      </p:sp>
      <p:sp>
        <p:nvSpPr>
          <p:cNvPr id="11" name="Shape 8"/>
          <p:cNvSpPr/>
          <p:nvPr/>
        </p:nvSpPr>
        <p:spPr>
          <a:xfrm>
            <a:off x="7680960" y="3611880"/>
            <a:ext cx="3931920" cy="1828800"/>
          </a:xfrm>
          <a:prstGeom prst="roundRect">
            <a:avLst>
              <a:gd name="adj" fmla="val 6000"/>
            </a:avLst>
          </a:prstGeom>
          <a:solidFill>
            <a:schemeClr val="accent6"/>
          </a:solidFill>
          <a:ln/>
        </p:spPr>
      </p:sp>
      <p:sp>
        <p:nvSpPr>
          <p:cNvPr id="12" name="Text 9"/>
          <p:cNvSpPr txBox="1"/>
          <p:nvPr/>
        </p:nvSpPr>
        <p:spPr>
          <a:xfrm>
            <a:off x="7909560" y="3749040"/>
            <a:ext cx="3566160" cy="1554480"/>
          </a:xfrm>
          <a:prstGeom prst="rect">
            <a:avLst/>
          </a:prstGeom>
          <a:noFill/>
          <a:ln/>
        </p:spPr>
        <p:txBody>
          <a:bodyPr wrap="square" lIns="0" tIns="0" rIns="0" bIns="0" rtlCol="0" anchor="ctr"/>
          <a:lstStyle/>
          <a:p>
            <a:pPr indent="0" marL="0">
              <a:buNone/>
            </a:pPr>
            <a:r>
              <a:rPr lang="en-US" sz="1500" b="1" dirty="0">
                <a:solidFill>
                  <a:schemeClr val="tx2"/>
                </a:solidFill>
              </a:rPr>
              <a:t>다 찍었으면</a:t>
            </a:r>
            <a:endParaRPr lang="en-US" sz="1500" dirty="0"/>
          </a:p>
          <a:p>
            <a:pPr indent="0" marL="0">
              <a:buNone/>
            </a:pPr>
            <a:r>
              <a:rPr lang="en-US" sz="1500" b="1" dirty="0">
                <a:solidFill>
                  <a:schemeClr val="tx2"/>
                </a:solidFill>
              </a:rPr>
              <a:t>가장 마음에 드는 1장 + 이유 한 줄</a:t>
            </a:r>
            <a:endParaRPr lang="en-US" sz="1500" dirty="0"/>
          </a:p>
          <a:p>
            <a:pPr indent="0" marL="0">
              <a:buNone/>
            </a:pPr>
            <a:r>
              <a:rPr lang="en-US" sz="1500" b="1" dirty="0">
                <a:solidFill>
                  <a:schemeClr val="tx2"/>
                </a:solidFill>
              </a:rPr>
              <a:t>→ 드라이브 '1회차/3교시'</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868680" y="2377440"/>
            <a:ext cx="1463040" cy="1463040"/>
          </a:xfrm>
          <a:prstGeom prst="ellipse">
            <a:avLst/>
          </a:prstGeom>
          <a:solidFill>
            <a:schemeClr val="accent1"/>
          </a:solidFill>
          <a:ln/>
        </p:spPr>
      </p:sp>
      <p:sp>
        <p:nvSpPr>
          <p:cNvPr id="3" name="Text 1"/>
          <p:cNvSpPr txBox="1"/>
          <p:nvPr/>
        </p:nvSpPr>
        <p:spPr>
          <a:xfrm>
            <a:off x="868680" y="2377440"/>
            <a:ext cx="1463040" cy="1463040"/>
          </a:xfrm>
          <a:prstGeom prst="rect">
            <a:avLst/>
          </a:prstGeom>
          <a:noFill/>
          <a:ln/>
        </p:spPr>
        <p:txBody>
          <a:bodyPr wrap="square" lIns="0" tIns="0" rIns="0" bIns="0" rtlCol="0" anchor="ctr"/>
          <a:lstStyle/>
          <a:p>
            <a:pPr algn="ctr" indent="0" marL="0">
              <a:buNone/>
            </a:pPr>
            <a:r>
              <a:rPr lang="en-US" sz="6000" b="1" dirty="0">
                <a:solidFill>
                  <a:schemeClr val="tx2"/>
                </a:solidFill>
              </a:rPr>
              <a:t>4</a:t>
            </a:r>
            <a:endParaRPr lang="en-US" sz="6000" dirty="0"/>
          </a:p>
        </p:txBody>
      </p:sp>
      <p:sp>
        <p:nvSpPr>
          <p:cNvPr id="4" name="Text 2"/>
          <p:cNvSpPr txBox="1"/>
          <p:nvPr/>
        </p:nvSpPr>
        <p:spPr>
          <a:xfrm>
            <a:off x="868680" y="3931920"/>
            <a:ext cx="1463040" cy="365760"/>
          </a:xfrm>
          <a:prstGeom prst="rect">
            <a:avLst/>
          </a:prstGeom>
          <a:noFill/>
          <a:ln/>
        </p:spPr>
        <p:txBody>
          <a:bodyPr wrap="square" lIns="0" tIns="0" rIns="0" bIns="0" rtlCol="0" anchor="t"/>
          <a:lstStyle/>
          <a:p>
            <a:pPr algn="ctr" indent="0" marL="0">
              <a:buNone/>
            </a:pPr>
            <a:r>
              <a:rPr lang="en-US" sz="1600" dirty="0">
                <a:solidFill>
                  <a:schemeClr val="accent6"/>
                </a:solidFill>
              </a:rPr>
              <a:t>교시</a:t>
            </a:r>
            <a:endParaRPr lang="en-US" sz="1600" dirty="0"/>
          </a:p>
        </p:txBody>
      </p:sp>
      <p:sp>
        <p:nvSpPr>
          <p:cNvPr id="5" name="Text 0"/>
          <p:cNvSpPr/>
          <p:nvPr>
            <p:ph idx="100" type="title" hasCustomPrompt="1"/>
          </p:nvPr>
        </p:nvSpPr>
        <p:spPr>
          <a:xfrm>
            <a:off x="2743200" y="2331720"/>
            <a:ext cx="8778240" cy="1188720"/>
          </a:xfrm>
          <a:prstGeom prst="rect">
            <a:avLst/>
          </a:prstGeom>
          <a:noFill/>
          <a:ln/>
        </p:spPr>
        <p:txBody>
          <a:bodyPr wrap="square" lIns="0" tIns="0" rIns="0" bIns="0" rtlCol="0" anchor="b"/>
          <a:lstStyle/>
          <a:p>
            <a:pPr algn="l" indent="0" marL="0">
              <a:buNone/>
            </a:pPr>
            <a:r>
              <a:rPr lang="en-US" sz="4000" b="1" dirty="0">
                <a:solidFill>
                  <a:schemeClr val="bg1"/>
                </a:solidFill>
              </a:rPr>
              <a:t>카메라의 원리 ② 영상</a:t>
            </a:r>
            <a:endParaRPr lang="en-US" sz="4000" dirty="0"/>
          </a:p>
        </p:txBody>
      </p:sp>
      <p:sp>
        <p:nvSpPr>
          <p:cNvPr id="6" name="Text 0"/>
          <p:cNvSpPr/>
          <p:nvPr>
            <p:ph idx="101" type="body" hasCustomPrompt="1"/>
          </p:nvPr>
        </p:nvSpPr>
        <p:spPr>
          <a:xfrm>
            <a:off x="2743200" y="3611880"/>
            <a:ext cx="8778240" cy="1097280"/>
          </a:xfrm>
          <a:prstGeom prst="rect">
            <a:avLst/>
          </a:prstGeom>
          <a:noFill/>
          <a:ln/>
        </p:spPr>
        <p:txBody>
          <a:bodyPr wrap="square" lIns="0" tIns="0" rIns="0" bIns="0" rtlCol="0" anchor="t"/>
          <a:lstStyle/>
          <a:p>
            <a:pPr algn="l" indent="0" marL="0">
              <a:buNone/>
            </a:pPr>
            <a:r>
              <a:rPr lang="en-US" sz="1800" dirty="0">
                <a:solidFill>
                  <a:schemeClr val="accent6"/>
                </a:solidFill>
              </a:rPr>
              <a:t>13:40–14:30 · 영상은 1초에 사진 수십 장. 그래서 규칙이 조금 다르다</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프레임레이트: 1초에 몇 장인가</a:t>
            </a:r>
            <a:endParaRPr lang="en-US" sz="3000" dirty="0"/>
          </a:p>
        </p:txBody>
      </p:sp>
      <p:sp>
        <p:nvSpPr>
          <p:cNvPr id="4" name="Text 1"/>
          <p:cNvSpPr txBox="1"/>
          <p:nvPr/>
        </p:nvSpPr>
        <p:spPr>
          <a:xfrm>
            <a:off x="548640" y="1554480"/>
            <a:ext cx="1463040" cy="822960"/>
          </a:xfrm>
          <a:prstGeom prst="rect">
            <a:avLst/>
          </a:prstGeom>
          <a:noFill/>
          <a:ln/>
        </p:spPr>
        <p:txBody>
          <a:bodyPr wrap="square" lIns="0" tIns="0" rIns="0" bIns="0" rtlCol="0" anchor="ctr"/>
          <a:lstStyle/>
          <a:p>
            <a:pPr indent="0" marL="0">
              <a:buNone/>
            </a:pPr>
            <a:r>
              <a:rPr lang="en-US" sz="2600" b="1" dirty="0">
                <a:solidFill>
                  <a:schemeClr val="accent4"/>
                </a:solidFill>
              </a:rPr>
              <a:t>24fps</a:t>
            </a:r>
            <a:endParaRPr lang="en-US" sz="2600" dirty="0"/>
          </a:p>
        </p:txBody>
      </p:sp>
      <p:sp>
        <p:nvSpPr>
          <p:cNvPr id="5" name="Shape 2"/>
          <p:cNvSpPr/>
          <p:nvPr/>
        </p:nvSpPr>
        <p:spPr>
          <a:xfrm>
            <a:off x="2103120" y="1645920"/>
            <a:ext cx="138303" cy="640080"/>
          </a:xfrm>
          <a:prstGeom prst="rect">
            <a:avLst/>
          </a:prstGeom>
          <a:solidFill>
            <a:schemeClr val="accent4"/>
          </a:solidFill>
          <a:ln/>
        </p:spPr>
      </p:sp>
      <p:sp>
        <p:nvSpPr>
          <p:cNvPr id="6" name="Shape 3"/>
          <p:cNvSpPr/>
          <p:nvPr/>
        </p:nvSpPr>
        <p:spPr>
          <a:xfrm>
            <a:off x="2354580" y="1645920"/>
            <a:ext cx="138303" cy="640080"/>
          </a:xfrm>
          <a:prstGeom prst="rect">
            <a:avLst/>
          </a:prstGeom>
          <a:solidFill>
            <a:schemeClr val="accent4"/>
          </a:solidFill>
          <a:ln/>
        </p:spPr>
      </p:sp>
      <p:sp>
        <p:nvSpPr>
          <p:cNvPr id="7" name="Shape 4"/>
          <p:cNvSpPr/>
          <p:nvPr/>
        </p:nvSpPr>
        <p:spPr>
          <a:xfrm>
            <a:off x="2606040" y="1645920"/>
            <a:ext cx="138303" cy="640080"/>
          </a:xfrm>
          <a:prstGeom prst="rect">
            <a:avLst/>
          </a:prstGeom>
          <a:solidFill>
            <a:schemeClr val="accent4"/>
          </a:solidFill>
          <a:ln/>
        </p:spPr>
      </p:sp>
      <p:sp>
        <p:nvSpPr>
          <p:cNvPr id="8" name="Shape 5"/>
          <p:cNvSpPr/>
          <p:nvPr/>
        </p:nvSpPr>
        <p:spPr>
          <a:xfrm>
            <a:off x="2857500" y="1645920"/>
            <a:ext cx="138303" cy="640080"/>
          </a:xfrm>
          <a:prstGeom prst="rect">
            <a:avLst/>
          </a:prstGeom>
          <a:solidFill>
            <a:schemeClr val="accent4"/>
          </a:solidFill>
          <a:ln/>
        </p:spPr>
      </p:sp>
      <p:sp>
        <p:nvSpPr>
          <p:cNvPr id="9" name="Shape 6"/>
          <p:cNvSpPr/>
          <p:nvPr/>
        </p:nvSpPr>
        <p:spPr>
          <a:xfrm>
            <a:off x="3108960" y="1645920"/>
            <a:ext cx="138303" cy="640080"/>
          </a:xfrm>
          <a:prstGeom prst="rect">
            <a:avLst/>
          </a:prstGeom>
          <a:solidFill>
            <a:schemeClr val="accent4"/>
          </a:solidFill>
          <a:ln/>
        </p:spPr>
      </p:sp>
      <p:sp>
        <p:nvSpPr>
          <p:cNvPr id="10" name="Shape 7"/>
          <p:cNvSpPr/>
          <p:nvPr/>
        </p:nvSpPr>
        <p:spPr>
          <a:xfrm>
            <a:off x="3360420" y="1645920"/>
            <a:ext cx="138303" cy="640080"/>
          </a:xfrm>
          <a:prstGeom prst="rect">
            <a:avLst/>
          </a:prstGeom>
          <a:solidFill>
            <a:schemeClr val="accent4"/>
          </a:solidFill>
          <a:ln/>
        </p:spPr>
      </p:sp>
      <p:sp>
        <p:nvSpPr>
          <p:cNvPr id="11" name="Shape 8"/>
          <p:cNvSpPr/>
          <p:nvPr/>
        </p:nvSpPr>
        <p:spPr>
          <a:xfrm>
            <a:off x="3611880" y="1645920"/>
            <a:ext cx="138303" cy="640080"/>
          </a:xfrm>
          <a:prstGeom prst="rect">
            <a:avLst/>
          </a:prstGeom>
          <a:solidFill>
            <a:schemeClr val="accent4"/>
          </a:solidFill>
          <a:ln/>
        </p:spPr>
      </p:sp>
      <p:sp>
        <p:nvSpPr>
          <p:cNvPr id="12" name="Shape 9"/>
          <p:cNvSpPr/>
          <p:nvPr/>
        </p:nvSpPr>
        <p:spPr>
          <a:xfrm>
            <a:off x="3863340" y="1645920"/>
            <a:ext cx="138303" cy="640080"/>
          </a:xfrm>
          <a:prstGeom prst="rect">
            <a:avLst/>
          </a:prstGeom>
          <a:solidFill>
            <a:schemeClr val="accent4"/>
          </a:solidFill>
          <a:ln/>
        </p:spPr>
      </p:sp>
      <p:sp>
        <p:nvSpPr>
          <p:cNvPr id="13" name="Shape 10"/>
          <p:cNvSpPr/>
          <p:nvPr/>
        </p:nvSpPr>
        <p:spPr>
          <a:xfrm>
            <a:off x="4114800" y="1645920"/>
            <a:ext cx="138303" cy="640080"/>
          </a:xfrm>
          <a:prstGeom prst="rect">
            <a:avLst/>
          </a:prstGeom>
          <a:solidFill>
            <a:schemeClr val="accent4"/>
          </a:solidFill>
          <a:ln/>
        </p:spPr>
      </p:sp>
      <p:sp>
        <p:nvSpPr>
          <p:cNvPr id="14" name="Shape 11"/>
          <p:cNvSpPr/>
          <p:nvPr/>
        </p:nvSpPr>
        <p:spPr>
          <a:xfrm>
            <a:off x="4366260" y="1645920"/>
            <a:ext cx="138303" cy="640080"/>
          </a:xfrm>
          <a:prstGeom prst="rect">
            <a:avLst/>
          </a:prstGeom>
          <a:solidFill>
            <a:schemeClr val="accent4"/>
          </a:solidFill>
          <a:ln/>
        </p:spPr>
      </p:sp>
      <p:sp>
        <p:nvSpPr>
          <p:cNvPr id="15" name="Shape 12"/>
          <p:cNvSpPr/>
          <p:nvPr/>
        </p:nvSpPr>
        <p:spPr>
          <a:xfrm>
            <a:off x="4617720" y="1645920"/>
            <a:ext cx="138303" cy="640080"/>
          </a:xfrm>
          <a:prstGeom prst="rect">
            <a:avLst/>
          </a:prstGeom>
          <a:solidFill>
            <a:schemeClr val="accent4"/>
          </a:solidFill>
          <a:ln/>
        </p:spPr>
      </p:sp>
      <p:sp>
        <p:nvSpPr>
          <p:cNvPr id="16" name="Shape 13"/>
          <p:cNvSpPr/>
          <p:nvPr/>
        </p:nvSpPr>
        <p:spPr>
          <a:xfrm>
            <a:off x="4869180" y="1645920"/>
            <a:ext cx="138303" cy="640080"/>
          </a:xfrm>
          <a:prstGeom prst="rect">
            <a:avLst/>
          </a:prstGeom>
          <a:solidFill>
            <a:schemeClr val="accent4"/>
          </a:solidFill>
          <a:ln/>
        </p:spPr>
      </p:sp>
      <p:sp>
        <p:nvSpPr>
          <p:cNvPr id="17" name="Shape 14"/>
          <p:cNvSpPr/>
          <p:nvPr/>
        </p:nvSpPr>
        <p:spPr>
          <a:xfrm>
            <a:off x="5120640" y="1645920"/>
            <a:ext cx="138303" cy="640080"/>
          </a:xfrm>
          <a:prstGeom prst="rect">
            <a:avLst/>
          </a:prstGeom>
          <a:solidFill>
            <a:schemeClr val="accent4"/>
          </a:solidFill>
          <a:ln/>
        </p:spPr>
      </p:sp>
      <p:sp>
        <p:nvSpPr>
          <p:cNvPr id="18" name="Shape 15"/>
          <p:cNvSpPr/>
          <p:nvPr/>
        </p:nvSpPr>
        <p:spPr>
          <a:xfrm>
            <a:off x="5372100" y="1645920"/>
            <a:ext cx="138303" cy="640080"/>
          </a:xfrm>
          <a:prstGeom prst="rect">
            <a:avLst/>
          </a:prstGeom>
          <a:solidFill>
            <a:schemeClr val="accent4"/>
          </a:solidFill>
          <a:ln/>
        </p:spPr>
      </p:sp>
      <p:sp>
        <p:nvSpPr>
          <p:cNvPr id="19" name="Shape 16"/>
          <p:cNvSpPr/>
          <p:nvPr/>
        </p:nvSpPr>
        <p:spPr>
          <a:xfrm>
            <a:off x="5623560" y="1645920"/>
            <a:ext cx="138303" cy="640080"/>
          </a:xfrm>
          <a:prstGeom prst="rect">
            <a:avLst/>
          </a:prstGeom>
          <a:solidFill>
            <a:schemeClr val="accent4"/>
          </a:solidFill>
          <a:ln/>
        </p:spPr>
      </p:sp>
      <p:sp>
        <p:nvSpPr>
          <p:cNvPr id="20" name="Shape 17"/>
          <p:cNvSpPr/>
          <p:nvPr/>
        </p:nvSpPr>
        <p:spPr>
          <a:xfrm>
            <a:off x="5875020" y="1645920"/>
            <a:ext cx="138303" cy="640080"/>
          </a:xfrm>
          <a:prstGeom prst="rect">
            <a:avLst/>
          </a:prstGeom>
          <a:solidFill>
            <a:schemeClr val="accent4"/>
          </a:solidFill>
          <a:ln/>
        </p:spPr>
      </p:sp>
      <p:sp>
        <p:nvSpPr>
          <p:cNvPr id="21" name="Shape 18"/>
          <p:cNvSpPr/>
          <p:nvPr/>
        </p:nvSpPr>
        <p:spPr>
          <a:xfrm>
            <a:off x="6126480" y="1645920"/>
            <a:ext cx="138303" cy="640080"/>
          </a:xfrm>
          <a:prstGeom prst="rect">
            <a:avLst/>
          </a:prstGeom>
          <a:solidFill>
            <a:schemeClr val="accent4"/>
          </a:solidFill>
          <a:ln/>
        </p:spPr>
      </p:sp>
      <p:sp>
        <p:nvSpPr>
          <p:cNvPr id="22" name="Shape 19"/>
          <p:cNvSpPr/>
          <p:nvPr/>
        </p:nvSpPr>
        <p:spPr>
          <a:xfrm>
            <a:off x="6377940" y="1645920"/>
            <a:ext cx="138303" cy="640080"/>
          </a:xfrm>
          <a:prstGeom prst="rect">
            <a:avLst/>
          </a:prstGeom>
          <a:solidFill>
            <a:schemeClr val="accent4"/>
          </a:solidFill>
          <a:ln/>
        </p:spPr>
      </p:sp>
      <p:sp>
        <p:nvSpPr>
          <p:cNvPr id="23" name="Shape 20"/>
          <p:cNvSpPr/>
          <p:nvPr/>
        </p:nvSpPr>
        <p:spPr>
          <a:xfrm>
            <a:off x="6629400" y="1645920"/>
            <a:ext cx="138303" cy="640080"/>
          </a:xfrm>
          <a:prstGeom prst="rect">
            <a:avLst/>
          </a:prstGeom>
          <a:solidFill>
            <a:schemeClr val="accent4"/>
          </a:solidFill>
          <a:ln/>
        </p:spPr>
      </p:sp>
      <p:sp>
        <p:nvSpPr>
          <p:cNvPr id="24" name="Shape 21"/>
          <p:cNvSpPr/>
          <p:nvPr/>
        </p:nvSpPr>
        <p:spPr>
          <a:xfrm>
            <a:off x="6880860" y="1645920"/>
            <a:ext cx="138303" cy="640080"/>
          </a:xfrm>
          <a:prstGeom prst="rect">
            <a:avLst/>
          </a:prstGeom>
          <a:solidFill>
            <a:schemeClr val="accent4"/>
          </a:solidFill>
          <a:ln/>
        </p:spPr>
      </p:sp>
      <p:sp>
        <p:nvSpPr>
          <p:cNvPr id="25" name="Shape 22"/>
          <p:cNvSpPr/>
          <p:nvPr/>
        </p:nvSpPr>
        <p:spPr>
          <a:xfrm>
            <a:off x="7132320" y="1645920"/>
            <a:ext cx="138303" cy="640080"/>
          </a:xfrm>
          <a:prstGeom prst="rect">
            <a:avLst/>
          </a:prstGeom>
          <a:solidFill>
            <a:schemeClr val="accent4"/>
          </a:solidFill>
          <a:ln/>
        </p:spPr>
      </p:sp>
      <p:sp>
        <p:nvSpPr>
          <p:cNvPr id="26" name="Shape 23"/>
          <p:cNvSpPr/>
          <p:nvPr/>
        </p:nvSpPr>
        <p:spPr>
          <a:xfrm>
            <a:off x="7383780" y="1645920"/>
            <a:ext cx="138303" cy="640080"/>
          </a:xfrm>
          <a:prstGeom prst="rect">
            <a:avLst/>
          </a:prstGeom>
          <a:solidFill>
            <a:schemeClr val="accent4"/>
          </a:solidFill>
          <a:ln/>
        </p:spPr>
      </p:sp>
      <p:sp>
        <p:nvSpPr>
          <p:cNvPr id="27" name="Shape 24"/>
          <p:cNvSpPr/>
          <p:nvPr/>
        </p:nvSpPr>
        <p:spPr>
          <a:xfrm>
            <a:off x="7635240" y="1645920"/>
            <a:ext cx="138303" cy="640080"/>
          </a:xfrm>
          <a:prstGeom prst="rect">
            <a:avLst/>
          </a:prstGeom>
          <a:solidFill>
            <a:schemeClr val="accent4"/>
          </a:solidFill>
          <a:ln/>
        </p:spPr>
      </p:sp>
      <p:sp>
        <p:nvSpPr>
          <p:cNvPr id="28" name="Shape 25"/>
          <p:cNvSpPr/>
          <p:nvPr/>
        </p:nvSpPr>
        <p:spPr>
          <a:xfrm>
            <a:off x="7886700" y="1645920"/>
            <a:ext cx="138303" cy="640080"/>
          </a:xfrm>
          <a:prstGeom prst="rect">
            <a:avLst/>
          </a:prstGeom>
          <a:solidFill>
            <a:schemeClr val="accent4"/>
          </a:solidFill>
          <a:ln/>
        </p:spPr>
      </p:sp>
      <p:sp>
        <p:nvSpPr>
          <p:cNvPr id="29" name="Text 26"/>
          <p:cNvSpPr txBox="1"/>
          <p:nvPr/>
        </p:nvSpPr>
        <p:spPr>
          <a:xfrm>
            <a:off x="8412480" y="1554480"/>
            <a:ext cx="3200400" cy="822960"/>
          </a:xfrm>
          <a:prstGeom prst="rect">
            <a:avLst/>
          </a:prstGeom>
          <a:noFill/>
          <a:ln/>
        </p:spPr>
        <p:txBody>
          <a:bodyPr wrap="square" lIns="0" tIns="0" rIns="0" bIns="0" rtlCol="0" anchor="ctr"/>
          <a:lstStyle/>
          <a:p>
            <a:pPr indent="0" marL="0">
              <a:buNone/>
            </a:pPr>
            <a:r>
              <a:rPr lang="en-US" sz="1600" b="1" dirty="0">
                <a:solidFill>
                  <a:schemeClr val="tx2"/>
                </a:solidFill>
              </a:rPr>
              <a:t>영화 같은 느낌</a:t>
            </a:r>
            <a:endParaRPr lang="en-US" sz="1600" dirty="0"/>
          </a:p>
        </p:txBody>
      </p:sp>
      <p:sp>
        <p:nvSpPr>
          <p:cNvPr id="30" name="Text 27"/>
          <p:cNvSpPr txBox="1"/>
          <p:nvPr/>
        </p:nvSpPr>
        <p:spPr>
          <a:xfrm>
            <a:off x="548640" y="2880360"/>
            <a:ext cx="1463040" cy="822960"/>
          </a:xfrm>
          <a:prstGeom prst="rect">
            <a:avLst/>
          </a:prstGeom>
          <a:noFill/>
          <a:ln/>
        </p:spPr>
        <p:txBody>
          <a:bodyPr wrap="square" lIns="0" tIns="0" rIns="0" bIns="0" rtlCol="0" anchor="ctr"/>
          <a:lstStyle/>
          <a:p>
            <a:pPr indent="0" marL="0">
              <a:buNone/>
            </a:pPr>
            <a:r>
              <a:rPr lang="en-US" sz="2600" b="1" dirty="0">
                <a:solidFill>
                  <a:schemeClr val="accent2"/>
                </a:solidFill>
              </a:rPr>
              <a:t>30fps</a:t>
            </a:r>
            <a:endParaRPr lang="en-US" sz="2600" dirty="0"/>
          </a:p>
        </p:txBody>
      </p:sp>
      <p:sp>
        <p:nvSpPr>
          <p:cNvPr id="31" name="Shape 28"/>
          <p:cNvSpPr/>
          <p:nvPr/>
        </p:nvSpPr>
        <p:spPr>
          <a:xfrm>
            <a:off x="2103120" y="2971800"/>
            <a:ext cx="110642" cy="640080"/>
          </a:xfrm>
          <a:prstGeom prst="rect">
            <a:avLst/>
          </a:prstGeom>
          <a:solidFill>
            <a:schemeClr val="accent2"/>
          </a:solidFill>
          <a:ln/>
        </p:spPr>
      </p:sp>
      <p:sp>
        <p:nvSpPr>
          <p:cNvPr id="32" name="Shape 29"/>
          <p:cNvSpPr/>
          <p:nvPr/>
        </p:nvSpPr>
        <p:spPr>
          <a:xfrm>
            <a:off x="2304288" y="2971800"/>
            <a:ext cx="110642" cy="640080"/>
          </a:xfrm>
          <a:prstGeom prst="rect">
            <a:avLst/>
          </a:prstGeom>
          <a:solidFill>
            <a:schemeClr val="accent2"/>
          </a:solidFill>
          <a:ln/>
        </p:spPr>
      </p:sp>
      <p:sp>
        <p:nvSpPr>
          <p:cNvPr id="33" name="Shape 30"/>
          <p:cNvSpPr/>
          <p:nvPr/>
        </p:nvSpPr>
        <p:spPr>
          <a:xfrm>
            <a:off x="2505456" y="2971800"/>
            <a:ext cx="110642" cy="640080"/>
          </a:xfrm>
          <a:prstGeom prst="rect">
            <a:avLst/>
          </a:prstGeom>
          <a:solidFill>
            <a:schemeClr val="accent2"/>
          </a:solidFill>
          <a:ln/>
        </p:spPr>
      </p:sp>
      <p:sp>
        <p:nvSpPr>
          <p:cNvPr id="34" name="Shape 31"/>
          <p:cNvSpPr/>
          <p:nvPr/>
        </p:nvSpPr>
        <p:spPr>
          <a:xfrm>
            <a:off x="2706624" y="2971800"/>
            <a:ext cx="110642" cy="640080"/>
          </a:xfrm>
          <a:prstGeom prst="rect">
            <a:avLst/>
          </a:prstGeom>
          <a:solidFill>
            <a:schemeClr val="accent2"/>
          </a:solidFill>
          <a:ln/>
        </p:spPr>
      </p:sp>
      <p:sp>
        <p:nvSpPr>
          <p:cNvPr id="35" name="Shape 32"/>
          <p:cNvSpPr/>
          <p:nvPr/>
        </p:nvSpPr>
        <p:spPr>
          <a:xfrm>
            <a:off x="2907792" y="2971800"/>
            <a:ext cx="110642" cy="640080"/>
          </a:xfrm>
          <a:prstGeom prst="rect">
            <a:avLst/>
          </a:prstGeom>
          <a:solidFill>
            <a:schemeClr val="accent2"/>
          </a:solidFill>
          <a:ln/>
        </p:spPr>
      </p:sp>
      <p:sp>
        <p:nvSpPr>
          <p:cNvPr id="36" name="Shape 33"/>
          <p:cNvSpPr/>
          <p:nvPr/>
        </p:nvSpPr>
        <p:spPr>
          <a:xfrm>
            <a:off x="3108960" y="2971800"/>
            <a:ext cx="110642" cy="640080"/>
          </a:xfrm>
          <a:prstGeom prst="rect">
            <a:avLst/>
          </a:prstGeom>
          <a:solidFill>
            <a:schemeClr val="accent2"/>
          </a:solidFill>
          <a:ln/>
        </p:spPr>
      </p:sp>
      <p:sp>
        <p:nvSpPr>
          <p:cNvPr id="37" name="Shape 34"/>
          <p:cNvSpPr/>
          <p:nvPr/>
        </p:nvSpPr>
        <p:spPr>
          <a:xfrm>
            <a:off x="3310128" y="2971800"/>
            <a:ext cx="110642" cy="640080"/>
          </a:xfrm>
          <a:prstGeom prst="rect">
            <a:avLst/>
          </a:prstGeom>
          <a:solidFill>
            <a:schemeClr val="accent2"/>
          </a:solidFill>
          <a:ln/>
        </p:spPr>
      </p:sp>
      <p:sp>
        <p:nvSpPr>
          <p:cNvPr id="38" name="Shape 35"/>
          <p:cNvSpPr/>
          <p:nvPr/>
        </p:nvSpPr>
        <p:spPr>
          <a:xfrm>
            <a:off x="3511296" y="2971800"/>
            <a:ext cx="110642" cy="640080"/>
          </a:xfrm>
          <a:prstGeom prst="rect">
            <a:avLst/>
          </a:prstGeom>
          <a:solidFill>
            <a:schemeClr val="accent2"/>
          </a:solidFill>
          <a:ln/>
        </p:spPr>
      </p:sp>
      <p:sp>
        <p:nvSpPr>
          <p:cNvPr id="39" name="Shape 36"/>
          <p:cNvSpPr/>
          <p:nvPr/>
        </p:nvSpPr>
        <p:spPr>
          <a:xfrm>
            <a:off x="3712464" y="2971800"/>
            <a:ext cx="110642" cy="640080"/>
          </a:xfrm>
          <a:prstGeom prst="rect">
            <a:avLst/>
          </a:prstGeom>
          <a:solidFill>
            <a:schemeClr val="accent2"/>
          </a:solidFill>
          <a:ln/>
        </p:spPr>
      </p:sp>
      <p:sp>
        <p:nvSpPr>
          <p:cNvPr id="40" name="Shape 37"/>
          <p:cNvSpPr/>
          <p:nvPr/>
        </p:nvSpPr>
        <p:spPr>
          <a:xfrm>
            <a:off x="3913632" y="2971800"/>
            <a:ext cx="110642" cy="640080"/>
          </a:xfrm>
          <a:prstGeom prst="rect">
            <a:avLst/>
          </a:prstGeom>
          <a:solidFill>
            <a:schemeClr val="accent2"/>
          </a:solidFill>
          <a:ln/>
        </p:spPr>
      </p:sp>
      <p:sp>
        <p:nvSpPr>
          <p:cNvPr id="41" name="Shape 38"/>
          <p:cNvSpPr/>
          <p:nvPr/>
        </p:nvSpPr>
        <p:spPr>
          <a:xfrm>
            <a:off x="4114800" y="2971800"/>
            <a:ext cx="110642" cy="640080"/>
          </a:xfrm>
          <a:prstGeom prst="rect">
            <a:avLst/>
          </a:prstGeom>
          <a:solidFill>
            <a:schemeClr val="accent2"/>
          </a:solidFill>
          <a:ln/>
        </p:spPr>
      </p:sp>
      <p:sp>
        <p:nvSpPr>
          <p:cNvPr id="42" name="Shape 39"/>
          <p:cNvSpPr/>
          <p:nvPr/>
        </p:nvSpPr>
        <p:spPr>
          <a:xfrm>
            <a:off x="4315968" y="2971800"/>
            <a:ext cx="110642" cy="640080"/>
          </a:xfrm>
          <a:prstGeom prst="rect">
            <a:avLst/>
          </a:prstGeom>
          <a:solidFill>
            <a:schemeClr val="accent2"/>
          </a:solidFill>
          <a:ln/>
        </p:spPr>
      </p:sp>
      <p:sp>
        <p:nvSpPr>
          <p:cNvPr id="43" name="Shape 40"/>
          <p:cNvSpPr/>
          <p:nvPr/>
        </p:nvSpPr>
        <p:spPr>
          <a:xfrm>
            <a:off x="4517136" y="2971800"/>
            <a:ext cx="110642" cy="640080"/>
          </a:xfrm>
          <a:prstGeom prst="rect">
            <a:avLst/>
          </a:prstGeom>
          <a:solidFill>
            <a:schemeClr val="accent2"/>
          </a:solidFill>
          <a:ln/>
        </p:spPr>
      </p:sp>
      <p:sp>
        <p:nvSpPr>
          <p:cNvPr id="44" name="Shape 41"/>
          <p:cNvSpPr/>
          <p:nvPr/>
        </p:nvSpPr>
        <p:spPr>
          <a:xfrm>
            <a:off x="4718304" y="2971800"/>
            <a:ext cx="110642" cy="640080"/>
          </a:xfrm>
          <a:prstGeom prst="rect">
            <a:avLst/>
          </a:prstGeom>
          <a:solidFill>
            <a:schemeClr val="accent2"/>
          </a:solidFill>
          <a:ln/>
        </p:spPr>
      </p:sp>
      <p:sp>
        <p:nvSpPr>
          <p:cNvPr id="45" name="Shape 42"/>
          <p:cNvSpPr/>
          <p:nvPr/>
        </p:nvSpPr>
        <p:spPr>
          <a:xfrm>
            <a:off x="4919472" y="2971800"/>
            <a:ext cx="110642" cy="640080"/>
          </a:xfrm>
          <a:prstGeom prst="rect">
            <a:avLst/>
          </a:prstGeom>
          <a:solidFill>
            <a:schemeClr val="accent2"/>
          </a:solidFill>
          <a:ln/>
        </p:spPr>
      </p:sp>
      <p:sp>
        <p:nvSpPr>
          <p:cNvPr id="46" name="Shape 43"/>
          <p:cNvSpPr/>
          <p:nvPr/>
        </p:nvSpPr>
        <p:spPr>
          <a:xfrm>
            <a:off x="5120640" y="2971800"/>
            <a:ext cx="110642" cy="640080"/>
          </a:xfrm>
          <a:prstGeom prst="rect">
            <a:avLst/>
          </a:prstGeom>
          <a:solidFill>
            <a:schemeClr val="accent2"/>
          </a:solidFill>
          <a:ln/>
        </p:spPr>
      </p:sp>
      <p:sp>
        <p:nvSpPr>
          <p:cNvPr id="47" name="Shape 44"/>
          <p:cNvSpPr/>
          <p:nvPr/>
        </p:nvSpPr>
        <p:spPr>
          <a:xfrm>
            <a:off x="5321808" y="2971800"/>
            <a:ext cx="110642" cy="640080"/>
          </a:xfrm>
          <a:prstGeom prst="rect">
            <a:avLst/>
          </a:prstGeom>
          <a:solidFill>
            <a:schemeClr val="accent2"/>
          </a:solidFill>
          <a:ln/>
        </p:spPr>
      </p:sp>
      <p:sp>
        <p:nvSpPr>
          <p:cNvPr id="48" name="Shape 45"/>
          <p:cNvSpPr/>
          <p:nvPr/>
        </p:nvSpPr>
        <p:spPr>
          <a:xfrm>
            <a:off x="5522976" y="2971800"/>
            <a:ext cx="110642" cy="640080"/>
          </a:xfrm>
          <a:prstGeom prst="rect">
            <a:avLst/>
          </a:prstGeom>
          <a:solidFill>
            <a:schemeClr val="accent2"/>
          </a:solidFill>
          <a:ln/>
        </p:spPr>
      </p:sp>
      <p:sp>
        <p:nvSpPr>
          <p:cNvPr id="49" name="Shape 46"/>
          <p:cNvSpPr/>
          <p:nvPr/>
        </p:nvSpPr>
        <p:spPr>
          <a:xfrm>
            <a:off x="5724144" y="2971800"/>
            <a:ext cx="110642" cy="640080"/>
          </a:xfrm>
          <a:prstGeom prst="rect">
            <a:avLst/>
          </a:prstGeom>
          <a:solidFill>
            <a:schemeClr val="accent2"/>
          </a:solidFill>
          <a:ln/>
        </p:spPr>
      </p:sp>
      <p:sp>
        <p:nvSpPr>
          <p:cNvPr id="50" name="Shape 47"/>
          <p:cNvSpPr/>
          <p:nvPr/>
        </p:nvSpPr>
        <p:spPr>
          <a:xfrm>
            <a:off x="5925312" y="2971800"/>
            <a:ext cx="110642" cy="640080"/>
          </a:xfrm>
          <a:prstGeom prst="rect">
            <a:avLst/>
          </a:prstGeom>
          <a:solidFill>
            <a:schemeClr val="accent2"/>
          </a:solidFill>
          <a:ln/>
        </p:spPr>
      </p:sp>
      <p:sp>
        <p:nvSpPr>
          <p:cNvPr id="51" name="Shape 48"/>
          <p:cNvSpPr/>
          <p:nvPr/>
        </p:nvSpPr>
        <p:spPr>
          <a:xfrm>
            <a:off x="6126480" y="2971800"/>
            <a:ext cx="110642" cy="640080"/>
          </a:xfrm>
          <a:prstGeom prst="rect">
            <a:avLst/>
          </a:prstGeom>
          <a:solidFill>
            <a:schemeClr val="accent2"/>
          </a:solidFill>
          <a:ln/>
        </p:spPr>
      </p:sp>
      <p:sp>
        <p:nvSpPr>
          <p:cNvPr id="52" name="Shape 49"/>
          <p:cNvSpPr/>
          <p:nvPr/>
        </p:nvSpPr>
        <p:spPr>
          <a:xfrm>
            <a:off x="6327648" y="2971800"/>
            <a:ext cx="110642" cy="640080"/>
          </a:xfrm>
          <a:prstGeom prst="rect">
            <a:avLst/>
          </a:prstGeom>
          <a:solidFill>
            <a:schemeClr val="accent2"/>
          </a:solidFill>
          <a:ln/>
        </p:spPr>
      </p:sp>
      <p:sp>
        <p:nvSpPr>
          <p:cNvPr id="53" name="Shape 50"/>
          <p:cNvSpPr/>
          <p:nvPr/>
        </p:nvSpPr>
        <p:spPr>
          <a:xfrm>
            <a:off x="6528816" y="2971800"/>
            <a:ext cx="110642" cy="640080"/>
          </a:xfrm>
          <a:prstGeom prst="rect">
            <a:avLst/>
          </a:prstGeom>
          <a:solidFill>
            <a:schemeClr val="accent2"/>
          </a:solidFill>
          <a:ln/>
        </p:spPr>
      </p:sp>
      <p:sp>
        <p:nvSpPr>
          <p:cNvPr id="54" name="Shape 51"/>
          <p:cNvSpPr/>
          <p:nvPr/>
        </p:nvSpPr>
        <p:spPr>
          <a:xfrm>
            <a:off x="6729984" y="2971800"/>
            <a:ext cx="110642" cy="640080"/>
          </a:xfrm>
          <a:prstGeom prst="rect">
            <a:avLst/>
          </a:prstGeom>
          <a:solidFill>
            <a:schemeClr val="accent2"/>
          </a:solidFill>
          <a:ln/>
        </p:spPr>
      </p:sp>
      <p:sp>
        <p:nvSpPr>
          <p:cNvPr id="55" name="Shape 52"/>
          <p:cNvSpPr/>
          <p:nvPr/>
        </p:nvSpPr>
        <p:spPr>
          <a:xfrm>
            <a:off x="6931152" y="2971800"/>
            <a:ext cx="110642" cy="640080"/>
          </a:xfrm>
          <a:prstGeom prst="rect">
            <a:avLst/>
          </a:prstGeom>
          <a:solidFill>
            <a:schemeClr val="accent2"/>
          </a:solidFill>
          <a:ln/>
        </p:spPr>
      </p:sp>
      <p:sp>
        <p:nvSpPr>
          <p:cNvPr id="56" name="Shape 53"/>
          <p:cNvSpPr/>
          <p:nvPr/>
        </p:nvSpPr>
        <p:spPr>
          <a:xfrm>
            <a:off x="7132320" y="2971800"/>
            <a:ext cx="110642" cy="640080"/>
          </a:xfrm>
          <a:prstGeom prst="rect">
            <a:avLst/>
          </a:prstGeom>
          <a:solidFill>
            <a:schemeClr val="accent2"/>
          </a:solidFill>
          <a:ln/>
        </p:spPr>
      </p:sp>
      <p:sp>
        <p:nvSpPr>
          <p:cNvPr id="57" name="Shape 54"/>
          <p:cNvSpPr/>
          <p:nvPr/>
        </p:nvSpPr>
        <p:spPr>
          <a:xfrm>
            <a:off x="7333488" y="2971800"/>
            <a:ext cx="110642" cy="640080"/>
          </a:xfrm>
          <a:prstGeom prst="rect">
            <a:avLst/>
          </a:prstGeom>
          <a:solidFill>
            <a:schemeClr val="accent2"/>
          </a:solidFill>
          <a:ln/>
        </p:spPr>
      </p:sp>
      <p:sp>
        <p:nvSpPr>
          <p:cNvPr id="58" name="Shape 55"/>
          <p:cNvSpPr/>
          <p:nvPr/>
        </p:nvSpPr>
        <p:spPr>
          <a:xfrm>
            <a:off x="7534656" y="2971800"/>
            <a:ext cx="110642" cy="640080"/>
          </a:xfrm>
          <a:prstGeom prst="rect">
            <a:avLst/>
          </a:prstGeom>
          <a:solidFill>
            <a:schemeClr val="accent2"/>
          </a:solidFill>
          <a:ln/>
        </p:spPr>
      </p:sp>
      <p:sp>
        <p:nvSpPr>
          <p:cNvPr id="59" name="Shape 56"/>
          <p:cNvSpPr/>
          <p:nvPr/>
        </p:nvSpPr>
        <p:spPr>
          <a:xfrm>
            <a:off x="7735824" y="2971800"/>
            <a:ext cx="110642" cy="640080"/>
          </a:xfrm>
          <a:prstGeom prst="rect">
            <a:avLst/>
          </a:prstGeom>
          <a:solidFill>
            <a:schemeClr val="accent2"/>
          </a:solidFill>
          <a:ln/>
        </p:spPr>
      </p:sp>
      <p:sp>
        <p:nvSpPr>
          <p:cNvPr id="60" name="Shape 57"/>
          <p:cNvSpPr/>
          <p:nvPr/>
        </p:nvSpPr>
        <p:spPr>
          <a:xfrm>
            <a:off x="7936992" y="2971800"/>
            <a:ext cx="110642" cy="640080"/>
          </a:xfrm>
          <a:prstGeom prst="rect">
            <a:avLst/>
          </a:prstGeom>
          <a:solidFill>
            <a:schemeClr val="accent2"/>
          </a:solidFill>
          <a:ln/>
        </p:spPr>
      </p:sp>
      <p:sp>
        <p:nvSpPr>
          <p:cNvPr id="61" name="Text 58"/>
          <p:cNvSpPr txBox="1"/>
          <p:nvPr/>
        </p:nvSpPr>
        <p:spPr>
          <a:xfrm>
            <a:off x="8412480" y="2880360"/>
            <a:ext cx="3200400" cy="822960"/>
          </a:xfrm>
          <a:prstGeom prst="rect">
            <a:avLst/>
          </a:prstGeom>
          <a:noFill/>
          <a:ln/>
        </p:spPr>
        <p:txBody>
          <a:bodyPr wrap="square" lIns="0" tIns="0" rIns="0" bIns="0" rtlCol="0" anchor="ctr"/>
          <a:lstStyle/>
          <a:p>
            <a:pPr indent="0" marL="0">
              <a:buNone/>
            </a:pPr>
            <a:r>
              <a:rPr lang="en-US" sz="1600" b="1" dirty="0">
                <a:solidFill>
                  <a:schemeClr val="tx2"/>
                </a:solidFill>
              </a:rPr>
              <a:t>SNS 기본 · 우리 수업 기본값</a:t>
            </a:r>
            <a:endParaRPr lang="en-US" sz="1600" dirty="0"/>
          </a:p>
        </p:txBody>
      </p:sp>
      <p:sp>
        <p:nvSpPr>
          <p:cNvPr id="62" name="Text 59"/>
          <p:cNvSpPr txBox="1"/>
          <p:nvPr/>
        </p:nvSpPr>
        <p:spPr>
          <a:xfrm>
            <a:off x="548640" y="4206240"/>
            <a:ext cx="1463040" cy="822960"/>
          </a:xfrm>
          <a:prstGeom prst="rect">
            <a:avLst/>
          </a:prstGeom>
          <a:noFill/>
          <a:ln/>
        </p:spPr>
        <p:txBody>
          <a:bodyPr wrap="square" lIns="0" tIns="0" rIns="0" bIns="0" rtlCol="0" anchor="ctr"/>
          <a:lstStyle/>
          <a:p>
            <a:pPr indent="0" marL="0">
              <a:buNone/>
            </a:pPr>
            <a:r>
              <a:rPr lang="en-US" sz="2600" b="1" dirty="0">
                <a:solidFill>
                  <a:schemeClr val="accent3"/>
                </a:solidFill>
              </a:rPr>
              <a:t>60fps</a:t>
            </a:r>
            <a:endParaRPr lang="en-US" sz="2600" dirty="0"/>
          </a:p>
        </p:txBody>
      </p:sp>
      <p:sp>
        <p:nvSpPr>
          <p:cNvPr id="63" name="Shape 60"/>
          <p:cNvSpPr/>
          <p:nvPr/>
        </p:nvSpPr>
        <p:spPr>
          <a:xfrm>
            <a:off x="2103120" y="4297680"/>
            <a:ext cx="55321" cy="640080"/>
          </a:xfrm>
          <a:prstGeom prst="rect">
            <a:avLst/>
          </a:prstGeom>
          <a:solidFill>
            <a:schemeClr val="accent3"/>
          </a:solidFill>
          <a:ln/>
        </p:spPr>
      </p:sp>
      <p:sp>
        <p:nvSpPr>
          <p:cNvPr id="64" name="Shape 61"/>
          <p:cNvSpPr/>
          <p:nvPr/>
        </p:nvSpPr>
        <p:spPr>
          <a:xfrm>
            <a:off x="2203704" y="4297680"/>
            <a:ext cx="55321" cy="640080"/>
          </a:xfrm>
          <a:prstGeom prst="rect">
            <a:avLst/>
          </a:prstGeom>
          <a:solidFill>
            <a:schemeClr val="accent3"/>
          </a:solidFill>
          <a:ln/>
        </p:spPr>
      </p:sp>
      <p:sp>
        <p:nvSpPr>
          <p:cNvPr id="65" name="Shape 62"/>
          <p:cNvSpPr/>
          <p:nvPr/>
        </p:nvSpPr>
        <p:spPr>
          <a:xfrm>
            <a:off x="2304288" y="4297680"/>
            <a:ext cx="55321" cy="640080"/>
          </a:xfrm>
          <a:prstGeom prst="rect">
            <a:avLst/>
          </a:prstGeom>
          <a:solidFill>
            <a:schemeClr val="accent3"/>
          </a:solidFill>
          <a:ln/>
        </p:spPr>
      </p:sp>
      <p:sp>
        <p:nvSpPr>
          <p:cNvPr id="66" name="Shape 63"/>
          <p:cNvSpPr/>
          <p:nvPr/>
        </p:nvSpPr>
        <p:spPr>
          <a:xfrm>
            <a:off x="2404872" y="4297680"/>
            <a:ext cx="55321" cy="640080"/>
          </a:xfrm>
          <a:prstGeom prst="rect">
            <a:avLst/>
          </a:prstGeom>
          <a:solidFill>
            <a:schemeClr val="accent3"/>
          </a:solidFill>
          <a:ln/>
        </p:spPr>
      </p:sp>
      <p:sp>
        <p:nvSpPr>
          <p:cNvPr id="67" name="Shape 64"/>
          <p:cNvSpPr/>
          <p:nvPr/>
        </p:nvSpPr>
        <p:spPr>
          <a:xfrm>
            <a:off x="2505456" y="4297680"/>
            <a:ext cx="55321" cy="640080"/>
          </a:xfrm>
          <a:prstGeom prst="rect">
            <a:avLst/>
          </a:prstGeom>
          <a:solidFill>
            <a:schemeClr val="accent3"/>
          </a:solidFill>
          <a:ln/>
        </p:spPr>
      </p:sp>
      <p:sp>
        <p:nvSpPr>
          <p:cNvPr id="68" name="Shape 65"/>
          <p:cNvSpPr/>
          <p:nvPr/>
        </p:nvSpPr>
        <p:spPr>
          <a:xfrm>
            <a:off x="2606040" y="4297680"/>
            <a:ext cx="55321" cy="640080"/>
          </a:xfrm>
          <a:prstGeom prst="rect">
            <a:avLst/>
          </a:prstGeom>
          <a:solidFill>
            <a:schemeClr val="accent3"/>
          </a:solidFill>
          <a:ln/>
        </p:spPr>
      </p:sp>
      <p:sp>
        <p:nvSpPr>
          <p:cNvPr id="69" name="Shape 66"/>
          <p:cNvSpPr/>
          <p:nvPr/>
        </p:nvSpPr>
        <p:spPr>
          <a:xfrm>
            <a:off x="2706624" y="4297680"/>
            <a:ext cx="55321" cy="640080"/>
          </a:xfrm>
          <a:prstGeom prst="rect">
            <a:avLst/>
          </a:prstGeom>
          <a:solidFill>
            <a:schemeClr val="accent3"/>
          </a:solidFill>
          <a:ln/>
        </p:spPr>
      </p:sp>
      <p:sp>
        <p:nvSpPr>
          <p:cNvPr id="70" name="Shape 67"/>
          <p:cNvSpPr/>
          <p:nvPr/>
        </p:nvSpPr>
        <p:spPr>
          <a:xfrm>
            <a:off x="2807208" y="4297680"/>
            <a:ext cx="55321" cy="640080"/>
          </a:xfrm>
          <a:prstGeom prst="rect">
            <a:avLst/>
          </a:prstGeom>
          <a:solidFill>
            <a:schemeClr val="accent3"/>
          </a:solidFill>
          <a:ln/>
        </p:spPr>
      </p:sp>
      <p:sp>
        <p:nvSpPr>
          <p:cNvPr id="71" name="Shape 68"/>
          <p:cNvSpPr/>
          <p:nvPr/>
        </p:nvSpPr>
        <p:spPr>
          <a:xfrm>
            <a:off x="2907792" y="4297680"/>
            <a:ext cx="55321" cy="640080"/>
          </a:xfrm>
          <a:prstGeom prst="rect">
            <a:avLst/>
          </a:prstGeom>
          <a:solidFill>
            <a:schemeClr val="accent3"/>
          </a:solidFill>
          <a:ln/>
        </p:spPr>
      </p:sp>
      <p:sp>
        <p:nvSpPr>
          <p:cNvPr id="72" name="Shape 69"/>
          <p:cNvSpPr/>
          <p:nvPr/>
        </p:nvSpPr>
        <p:spPr>
          <a:xfrm>
            <a:off x="3008376" y="4297680"/>
            <a:ext cx="55321" cy="640080"/>
          </a:xfrm>
          <a:prstGeom prst="rect">
            <a:avLst/>
          </a:prstGeom>
          <a:solidFill>
            <a:schemeClr val="accent3"/>
          </a:solidFill>
          <a:ln/>
        </p:spPr>
      </p:sp>
      <p:sp>
        <p:nvSpPr>
          <p:cNvPr id="73" name="Shape 70"/>
          <p:cNvSpPr/>
          <p:nvPr/>
        </p:nvSpPr>
        <p:spPr>
          <a:xfrm>
            <a:off x="3108960" y="4297680"/>
            <a:ext cx="55321" cy="640080"/>
          </a:xfrm>
          <a:prstGeom prst="rect">
            <a:avLst/>
          </a:prstGeom>
          <a:solidFill>
            <a:schemeClr val="accent3"/>
          </a:solidFill>
          <a:ln/>
        </p:spPr>
      </p:sp>
      <p:sp>
        <p:nvSpPr>
          <p:cNvPr id="74" name="Shape 71"/>
          <p:cNvSpPr/>
          <p:nvPr/>
        </p:nvSpPr>
        <p:spPr>
          <a:xfrm>
            <a:off x="3209544" y="4297680"/>
            <a:ext cx="55321" cy="640080"/>
          </a:xfrm>
          <a:prstGeom prst="rect">
            <a:avLst/>
          </a:prstGeom>
          <a:solidFill>
            <a:schemeClr val="accent3"/>
          </a:solidFill>
          <a:ln/>
        </p:spPr>
      </p:sp>
      <p:sp>
        <p:nvSpPr>
          <p:cNvPr id="75" name="Shape 72"/>
          <p:cNvSpPr/>
          <p:nvPr/>
        </p:nvSpPr>
        <p:spPr>
          <a:xfrm>
            <a:off x="3310128" y="4297680"/>
            <a:ext cx="55321" cy="640080"/>
          </a:xfrm>
          <a:prstGeom prst="rect">
            <a:avLst/>
          </a:prstGeom>
          <a:solidFill>
            <a:schemeClr val="accent3"/>
          </a:solidFill>
          <a:ln/>
        </p:spPr>
      </p:sp>
      <p:sp>
        <p:nvSpPr>
          <p:cNvPr id="76" name="Shape 73"/>
          <p:cNvSpPr/>
          <p:nvPr/>
        </p:nvSpPr>
        <p:spPr>
          <a:xfrm>
            <a:off x="3410712" y="4297680"/>
            <a:ext cx="55321" cy="640080"/>
          </a:xfrm>
          <a:prstGeom prst="rect">
            <a:avLst/>
          </a:prstGeom>
          <a:solidFill>
            <a:schemeClr val="accent3"/>
          </a:solidFill>
          <a:ln/>
        </p:spPr>
      </p:sp>
      <p:sp>
        <p:nvSpPr>
          <p:cNvPr id="77" name="Shape 74"/>
          <p:cNvSpPr/>
          <p:nvPr/>
        </p:nvSpPr>
        <p:spPr>
          <a:xfrm>
            <a:off x="3511296" y="4297680"/>
            <a:ext cx="55321" cy="640080"/>
          </a:xfrm>
          <a:prstGeom prst="rect">
            <a:avLst/>
          </a:prstGeom>
          <a:solidFill>
            <a:schemeClr val="accent3"/>
          </a:solidFill>
          <a:ln/>
        </p:spPr>
      </p:sp>
      <p:sp>
        <p:nvSpPr>
          <p:cNvPr id="78" name="Shape 75"/>
          <p:cNvSpPr/>
          <p:nvPr/>
        </p:nvSpPr>
        <p:spPr>
          <a:xfrm>
            <a:off x="3611880" y="4297680"/>
            <a:ext cx="55321" cy="640080"/>
          </a:xfrm>
          <a:prstGeom prst="rect">
            <a:avLst/>
          </a:prstGeom>
          <a:solidFill>
            <a:schemeClr val="accent3"/>
          </a:solidFill>
          <a:ln/>
        </p:spPr>
      </p:sp>
      <p:sp>
        <p:nvSpPr>
          <p:cNvPr id="79" name="Shape 76"/>
          <p:cNvSpPr/>
          <p:nvPr/>
        </p:nvSpPr>
        <p:spPr>
          <a:xfrm>
            <a:off x="3712464" y="4297680"/>
            <a:ext cx="55321" cy="640080"/>
          </a:xfrm>
          <a:prstGeom prst="rect">
            <a:avLst/>
          </a:prstGeom>
          <a:solidFill>
            <a:schemeClr val="accent3"/>
          </a:solidFill>
          <a:ln/>
        </p:spPr>
      </p:sp>
      <p:sp>
        <p:nvSpPr>
          <p:cNvPr id="80" name="Shape 77"/>
          <p:cNvSpPr/>
          <p:nvPr/>
        </p:nvSpPr>
        <p:spPr>
          <a:xfrm>
            <a:off x="3813048" y="4297680"/>
            <a:ext cx="55321" cy="640080"/>
          </a:xfrm>
          <a:prstGeom prst="rect">
            <a:avLst/>
          </a:prstGeom>
          <a:solidFill>
            <a:schemeClr val="accent3"/>
          </a:solidFill>
          <a:ln/>
        </p:spPr>
      </p:sp>
      <p:sp>
        <p:nvSpPr>
          <p:cNvPr id="81" name="Shape 78"/>
          <p:cNvSpPr/>
          <p:nvPr/>
        </p:nvSpPr>
        <p:spPr>
          <a:xfrm>
            <a:off x="3913632" y="4297680"/>
            <a:ext cx="55321" cy="640080"/>
          </a:xfrm>
          <a:prstGeom prst="rect">
            <a:avLst/>
          </a:prstGeom>
          <a:solidFill>
            <a:schemeClr val="accent3"/>
          </a:solidFill>
          <a:ln/>
        </p:spPr>
      </p:sp>
      <p:sp>
        <p:nvSpPr>
          <p:cNvPr id="82" name="Shape 79"/>
          <p:cNvSpPr/>
          <p:nvPr/>
        </p:nvSpPr>
        <p:spPr>
          <a:xfrm>
            <a:off x="4014216" y="4297680"/>
            <a:ext cx="55321" cy="640080"/>
          </a:xfrm>
          <a:prstGeom prst="rect">
            <a:avLst/>
          </a:prstGeom>
          <a:solidFill>
            <a:schemeClr val="accent3"/>
          </a:solidFill>
          <a:ln/>
        </p:spPr>
      </p:sp>
      <p:sp>
        <p:nvSpPr>
          <p:cNvPr id="83" name="Shape 80"/>
          <p:cNvSpPr/>
          <p:nvPr/>
        </p:nvSpPr>
        <p:spPr>
          <a:xfrm>
            <a:off x="4114800" y="4297680"/>
            <a:ext cx="55321" cy="640080"/>
          </a:xfrm>
          <a:prstGeom prst="rect">
            <a:avLst/>
          </a:prstGeom>
          <a:solidFill>
            <a:schemeClr val="accent3"/>
          </a:solidFill>
          <a:ln/>
        </p:spPr>
      </p:sp>
      <p:sp>
        <p:nvSpPr>
          <p:cNvPr id="84" name="Shape 81"/>
          <p:cNvSpPr/>
          <p:nvPr/>
        </p:nvSpPr>
        <p:spPr>
          <a:xfrm>
            <a:off x="4215384" y="4297680"/>
            <a:ext cx="55321" cy="640080"/>
          </a:xfrm>
          <a:prstGeom prst="rect">
            <a:avLst/>
          </a:prstGeom>
          <a:solidFill>
            <a:schemeClr val="accent3"/>
          </a:solidFill>
          <a:ln/>
        </p:spPr>
      </p:sp>
      <p:sp>
        <p:nvSpPr>
          <p:cNvPr id="85" name="Shape 82"/>
          <p:cNvSpPr/>
          <p:nvPr/>
        </p:nvSpPr>
        <p:spPr>
          <a:xfrm>
            <a:off x="4315968" y="4297680"/>
            <a:ext cx="55321" cy="640080"/>
          </a:xfrm>
          <a:prstGeom prst="rect">
            <a:avLst/>
          </a:prstGeom>
          <a:solidFill>
            <a:schemeClr val="accent3"/>
          </a:solidFill>
          <a:ln/>
        </p:spPr>
      </p:sp>
      <p:sp>
        <p:nvSpPr>
          <p:cNvPr id="86" name="Shape 83"/>
          <p:cNvSpPr/>
          <p:nvPr/>
        </p:nvSpPr>
        <p:spPr>
          <a:xfrm>
            <a:off x="4416552" y="4297680"/>
            <a:ext cx="55321" cy="640080"/>
          </a:xfrm>
          <a:prstGeom prst="rect">
            <a:avLst/>
          </a:prstGeom>
          <a:solidFill>
            <a:schemeClr val="accent3"/>
          </a:solidFill>
          <a:ln/>
        </p:spPr>
      </p:sp>
      <p:sp>
        <p:nvSpPr>
          <p:cNvPr id="87" name="Shape 84"/>
          <p:cNvSpPr/>
          <p:nvPr/>
        </p:nvSpPr>
        <p:spPr>
          <a:xfrm>
            <a:off x="4517136" y="4297680"/>
            <a:ext cx="55321" cy="640080"/>
          </a:xfrm>
          <a:prstGeom prst="rect">
            <a:avLst/>
          </a:prstGeom>
          <a:solidFill>
            <a:schemeClr val="accent3"/>
          </a:solidFill>
          <a:ln/>
        </p:spPr>
      </p:sp>
      <p:sp>
        <p:nvSpPr>
          <p:cNvPr id="88" name="Shape 85"/>
          <p:cNvSpPr/>
          <p:nvPr/>
        </p:nvSpPr>
        <p:spPr>
          <a:xfrm>
            <a:off x="4617720" y="4297680"/>
            <a:ext cx="55321" cy="640080"/>
          </a:xfrm>
          <a:prstGeom prst="rect">
            <a:avLst/>
          </a:prstGeom>
          <a:solidFill>
            <a:schemeClr val="accent3"/>
          </a:solidFill>
          <a:ln/>
        </p:spPr>
      </p:sp>
      <p:sp>
        <p:nvSpPr>
          <p:cNvPr id="89" name="Shape 86"/>
          <p:cNvSpPr/>
          <p:nvPr/>
        </p:nvSpPr>
        <p:spPr>
          <a:xfrm>
            <a:off x="4718304" y="4297680"/>
            <a:ext cx="55321" cy="640080"/>
          </a:xfrm>
          <a:prstGeom prst="rect">
            <a:avLst/>
          </a:prstGeom>
          <a:solidFill>
            <a:schemeClr val="accent3"/>
          </a:solidFill>
          <a:ln/>
        </p:spPr>
      </p:sp>
      <p:sp>
        <p:nvSpPr>
          <p:cNvPr id="90" name="Shape 87"/>
          <p:cNvSpPr/>
          <p:nvPr/>
        </p:nvSpPr>
        <p:spPr>
          <a:xfrm>
            <a:off x="4818888" y="4297680"/>
            <a:ext cx="55321" cy="640080"/>
          </a:xfrm>
          <a:prstGeom prst="rect">
            <a:avLst/>
          </a:prstGeom>
          <a:solidFill>
            <a:schemeClr val="accent3"/>
          </a:solidFill>
          <a:ln/>
        </p:spPr>
      </p:sp>
      <p:sp>
        <p:nvSpPr>
          <p:cNvPr id="91" name="Shape 88"/>
          <p:cNvSpPr/>
          <p:nvPr/>
        </p:nvSpPr>
        <p:spPr>
          <a:xfrm>
            <a:off x="4919472" y="4297680"/>
            <a:ext cx="55321" cy="640080"/>
          </a:xfrm>
          <a:prstGeom prst="rect">
            <a:avLst/>
          </a:prstGeom>
          <a:solidFill>
            <a:schemeClr val="accent3"/>
          </a:solidFill>
          <a:ln/>
        </p:spPr>
      </p:sp>
      <p:sp>
        <p:nvSpPr>
          <p:cNvPr id="92" name="Shape 89"/>
          <p:cNvSpPr/>
          <p:nvPr/>
        </p:nvSpPr>
        <p:spPr>
          <a:xfrm>
            <a:off x="5020056" y="4297680"/>
            <a:ext cx="55321" cy="640080"/>
          </a:xfrm>
          <a:prstGeom prst="rect">
            <a:avLst/>
          </a:prstGeom>
          <a:solidFill>
            <a:schemeClr val="accent3"/>
          </a:solidFill>
          <a:ln/>
        </p:spPr>
      </p:sp>
      <p:sp>
        <p:nvSpPr>
          <p:cNvPr id="93" name="Shape 90"/>
          <p:cNvSpPr/>
          <p:nvPr/>
        </p:nvSpPr>
        <p:spPr>
          <a:xfrm>
            <a:off x="5120640" y="4297680"/>
            <a:ext cx="55321" cy="640080"/>
          </a:xfrm>
          <a:prstGeom prst="rect">
            <a:avLst/>
          </a:prstGeom>
          <a:solidFill>
            <a:schemeClr val="accent3"/>
          </a:solidFill>
          <a:ln/>
        </p:spPr>
      </p:sp>
      <p:sp>
        <p:nvSpPr>
          <p:cNvPr id="94" name="Shape 91"/>
          <p:cNvSpPr/>
          <p:nvPr/>
        </p:nvSpPr>
        <p:spPr>
          <a:xfrm>
            <a:off x="5221224" y="4297680"/>
            <a:ext cx="55321" cy="640080"/>
          </a:xfrm>
          <a:prstGeom prst="rect">
            <a:avLst/>
          </a:prstGeom>
          <a:solidFill>
            <a:schemeClr val="accent3"/>
          </a:solidFill>
          <a:ln/>
        </p:spPr>
      </p:sp>
      <p:sp>
        <p:nvSpPr>
          <p:cNvPr id="95" name="Shape 92"/>
          <p:cNvSpPr/>
          <p:nvPr/>
        </p:nvSpPr>
        <p:spPr>
          <a:xfrm>
            <a:off x="5321808" y="4297680"/>
            <a:ext cx="55321" cy="640080"/>
          </a:xfrm>
          <a:prstGeom prst="rect">
            <a:avLst/>
          </a:prstGeom>
          <a:solidFill>
            <a:schemeClr val="accent3"/>
          </a:solidFill>
          <a:ln/>
        </p:spPr>
      </p:sp>
      <p:sp>
        <p:nvSpPr>
          <p:cNvPr id="96" name="Shape 93"/>
          <p:cNvSpPr/>
          <p:nvPr/>
        </p:nvSpPr>
        <p:spPr>
          <a:xfrm>
            <a:off x="5422392" y="4297680"/>
            <a:ext cx="55321" cy="640080"/>
          </a:xfrm>
          <a:prstGeom prst="rect">
            <a:avLst/>
          </a:prstGeom>
          <a:solidFill>
            <a:schemeClr val="accent3"/>
          </a:solidFill>
          <a:ln/>
        </p:spPr>
      </p:sp>
      <p:sp>
        <p:nvSpPr>
          <p:cNvPr id="97" name="Shape 94"/>
          <p:cNvSpPr/>
          <p:nvPr/>
        </p:nvSpPr>
        <p:spPr>
          <a:xfrm>
            <a:off x="5522976" y="4297680"/>
            <a:ext cx="55321" cy="640080"/>
          </a:xfrm>
          <a:prstGeom prst="rect">
            <a:avLst/>
          </a:prstGeom>
          <a:solidFill>
            <a:schemeClr val="accent3"/>
          </a:solidFill>
          <a:ln/>
        </p:spPr>
      </p:sp>
      <p:sp>
        <p:nvSpPr>
          <p:cNvPr id="98" name="Shape 95"/>
          <p:cNvSpPr/>
          <p:nvPr/>
        </p:nvSpPr>
        <p:spPr>
          <a:xfrm>
            <a:off x="5623560" y="4297680"/>
            <a:ext cx="55321" cy="640080"/>
          </a:xfrm>
          <a:prstGeom prst="rect">
            <a:avLst/>
          </a:prstGeom>
          <a:solidFill>
            <a:schemeClr val="accent3"/>
          </a:solidFill>
          <a:ln/>
        </p:spPr>
      </p:sp>
      <p:sp>
        <p:nvSpPr>
          <p:cNvPr id="99" name="Shape 96"/>
          <p:cNvSpPr/>
          <p:nvPr/>
        </p:nvSpPr>
        <p:spPr>
          <a:xfrm>
            <a:off x="5724144" y="4297680"/>
            <a:ext cx="55321" cy="640080"/>
          </a:xfrm>
          <a:prstGeom prst="rect">
            <a:avLst/>
          </a:prstGeom>
          <a:solidFill>
            <a:schemeClr val="accent3"/>
          </a:solidFill>
          <a:ln/>
        </p:spPr>
      </p:sp>
      <p:sp>
        <p:nvSpPr>
          <p:cNvPr id="100" name="Shape 97"/>
          <p:cNvSpPr/>
          <p:nvPr/>
        </p:nvSpPr>
        <p:spPr>
          <a:xfrm>
            <a:off x="5824728" y="4297680"/>
            <a:ext cx="55321" cy="640080"/>
          </a:xfrm>
          <a:prstGeom prst="rect">
            <a:avLst/>
          </a:prstGeom>
          <a:solidFill>
            <a:schemeClr val="accent3"/>
          </a:solidFill>
          <a:ln/>
        </p:spPr>
      </p:sp>
      <p:sp>
        <p:nvSpPr>
          <p:cNvPr id="101" name="Shape 98"/>
          <p:cNvSpPr/>
          <p:nvPr/>
        </p:nvSpPr>
        <p:spPr>
          <a:xfrm>
            <a:off x="5925312" y="4297680"/>
            <a:ext cx="55321" cy="640080"/>
          </a:xfrm>
          <a:prstGeom prst="rect">
            <a:avLst/>
          </a:prstGeom>
          <a:solidFill>
            <a:schemeClr val="accent3"/>
          </a:solidFill>
          <a:ln/>
        </p:spPr>
      </p:sp>
      <p:sp>
        <p:nvSpPr>
          <p:cNvPr id="102" name="Shape 99"/>
          <p:cNvSpPr/>
          <p:nvPr/>
        </p:nvSpPr>
        <p:spPr>
          <a:xfrm>
            <a:off x="6025896" y="4297680"/>
            <a:ext cx="55321" cy="640080"/>
          </a:xfrm>
          <a:prstGeom prst="rect">
            <a:avLst/>
          </a:prstGeom>
          <a:solidFill>
            <a:schemeClr val="accent3"/>
          </a:solidFill>
          <a:ln/>
        </p:spPr>
      </p:sp>
      <p:sp>
        <p:nvSpPr>
          <p:cNvPr id="103" name="Shape 100"/>
          <p:cNvSpPr/>
          <p:nvPr/>
        </p:nvSpPr>
        <p:spPr>
          <a:xfrm>
            <a:off x="6126480" y="4297680"/>
            <a:ext cx="55321" cy="640080"/>
          </a:xfrm>
          <a:prstGeom prst="rect">
            <a:avLst/>
          </a:prstGeom>
          <a:solidFill>
            <a:schemeClr val="accent3"/>
          </a:solidFill>
          <a:ln/>
        </p:spPr>
      </p:sp>
      <p:sp>
        <p:nvSpPr>
          <p:cNvPr id="104" name="Shape 101"/>
          <p:cNvSpPr/>
          <p:nvPr/>
        </p:nvSpPr>
        <p:spPr>
          <a:xfrm>
            <a:off x="6227064" y="4297680"/>
            <a:ext cx="55321" cy="640080"/>
          </a:xfrm>
          <a:prstGeom prst="rect">
            <a:avLst/>
          </a:prstGeom>
          <a:solidFill>
            <a:schemeClr val="accent3"/>
          </a:solidFill>
          <a:ln/>
        </p:spPr>
      </p:sp>
      <p:sp>
        <p:nvSpPr>
          <p:cNvPr id="105" name="Shape 102"/>
          <p:cNvSpPr/>
          <p:nvPr/>
        </p:nvSpPr>
        <p:spPr>
          <a:xfrm>
            <a:off x="6327648" y="4297680"/>
            <a:ext cx="55321" cy="640080"/>
          </a:xfrm>
          <a:prstGeom prst="rect">
            <a:avLst/>
          </a:prstGeom>
          <a:solidFill>
            <a:schemeClr val="accent3"/>
          </a:solidFill>
          <a:ln/>
        </p:spPr>
      </p:sp>
      <p:sp>
        <p:nvSpPr>
          <p:cNvPr id="106" name="Shape 103"/>
          <p:cNvSpPr/>
          <p:nvPr/>
        </p:nvSpPr>
        <p:spPr>
          <a:xfrm>
            <a:off x="6428232" y="4297680"/>
            <a:ext cx="55321" cy="640080"/>
          </a:xfrm>
          <a:prstGeom prst="rect">
            <a:avLst/>
          </a:prstGeom>
          <a:solidFill>
            <a:schemeClr val="accent3"/>
          </a:solidFill>
          <a:ln/>
        </p:spPr>
      </p:sp>
      <p:sp>
        <p:nvSpPr>
          <p:cNvPr id="107" name="Shape 104"/>
          <p:cNvSpPr/>
          <p:nvPr/>
        </p:nvSpPr>
        <p:spPr>
          <a:xfrm>
            <a:off x="6528816" y="4297680"/>
            <a:ext cx="55321" cy="640080"/>
          </a:xfrm>
          <a:prstGeom prst="rect">
            <a:avLst/>
          </a:prstGeom>
          <a:solidFill>
            <a:schemeClr val="accent3"/>
          </a:solidFill>
          <a:ln/>
        </p:spPr>
      </p:sp>
      <p:sp>
        <p:nvSpPr>
          <p:cNvPr id="108" name="Shape 105"/>
          <p:cNvSpPr/>
          <p:nvPr/>
        </p:nvSpPr>
        <p:spPr>
          <a:xfrm>
            <a:off x="6629400" y="4297680"/>
            <a:ext cx="55321" cy="640080"/>
          </a:xfrm>
          <a:prstGeom prst="rect">
            <a:avLst/>
          </a:prstGeom>
          <a:solidFill>
            <a:schemeClr val="accent3"/>
          </a:solidFill>
          <a:ln/>
        </p:spPr>
      </p:sp>
      <p:sp>
        <p:nvSpPr>
          <p:cNvPr id="109" name="Shape 106"/>
          <p:cNvSpPr/>
          <p:nvPr/>
        </p:nvSpPr>
        <p:spPr>
          <a:xfrm>
            <a:off x="6729984" y="4297680"/>
            <a:ext cx="55321" cy="640080"/>
          </a:xfrm>
          <a:prstGeom prst="rect">
            <a:avLst/>
          </a:prstGeom>
          <a:solidFill>
            <a:schemeClr val="accent3"/>
          </a:solidFill>
          <a:ln/>
        </p:spPr>
      </p:sp>
      <p:sp>
        <p:nvSpPr>
          <p:cNvPr id="110" name="Shape 107"/>
          <p:cNvSpPr/>
          <p:nvPr/>
        </p:nvSpPr>
        <p:spPr>
          <a:xfrm>
            <a:off x="6830568" y="4297680"/>
            <a:ext cx="55321" cy="640080"/>
          </a:xfrm>
          <a:prstGeom prst="rect">
            <a:avLst/>
          </a:prstGeom>
          <a:solidFill>
            <a:schemeClr val="accent3"/>
          </a:solidFill>
          <a:ln/>
        </p:spPr>
      </p:sp>
      <p:sp>
        <p:nvSpPr>
          <p:cNvPr id="111" name="Shape 108"/>
          <p:cNvSpPr/>
          <p:nvPr/>
        </p:nvSpPr>
        <p:spPr>
          <a:xfrm>
            <a:off x="6931152" y="4297680"/>
            <a:ext cx="55321" cy="640080"/>
          </a:xfrm>
          <a:prstGeom prst="rect">
            <a:avLst/>
          </a:prstGeom>
          <a:solidFill>
            <a:schemeClr val="accent3"/>
          </a:solidFill>
          <a:ln/>
        </p:spPr>
      </p:sp>
      <p:sp>
        <p:nvSpPr>
          <p:cNvPr id="112" name="Shape 109"/>
          <p:cNvSpPr/>
          <p:nvPr/>
        </p:nvSpPr>
        <p:spPr>
          <a:xfrm>
            <a:off x="7031736" y="4297680"/>
            <a:ext cx="55321" cy="640080"/>
          </a:xfrm>
          <a:prstGeom prst="rect">
            <a:avLst/>
          </a:prstGeom>
          <a:solidFill>
            <a:schemeClr val="accent3"/>
          </a:solidFill>
          <a:ln/>
        </p:spPr>
      </p:sp>
      <p:sp>
        <p:nvSpPr>
          <p:cNvPr id="113" name="Shape 110"/>
          <p:cNvSpPr/>
          <p:nvPr/>
        </p:nvSpPr>
        <p:spPr>
          <a:xfrm>
            <a:off x="7132320" y="4297680"/>
            <a:ext cx="55321" cy="640080"/>
          </a:xfrm>
          <a:prstGeom prst="rect">
            <a:avLst/>
          </a:prstGeom>
          <a:solidFill>
            <a:schemeClr val="accent3"/>
          </a:solidFill>
          <a:ln/>
        </p:spPr>
      </p:sp>
      <p:sp>
        <p:nvSpPr>
          <p:cNvPr id="114" name="Shape 111"/>
          <p:cNvSpPr/>
          <p:nvPr/>
        </p:nvSpPr>
        <p:spPr>
          <a:xfrm>
            <a:off x="7232904" y="4297680"/>
            <a:ext cx="55321" cy="640080"/>
          </a:xfrm>
          <a:prstGeom prst="rect">
            <a:avLst/>
          </a:prstGeom>
          <a:solidFill>
            <a:schemeClr val="accent3"/>
          </a:solidFill>
          <a:ln/>
        </p:spPr>
      </p:sp>
      <p:sp>
        <p:nvSpPr>
          <p:cNvPr id="115" name="Shape 112"/>
          <p:cNvSpPr/>
          <p:nvPr/>
        </p:nvSpPr>
        <p:spPr>
          <a:xfrm>
            <a:off x="7333488" y="4297680"/>
            <a:ext cx="55321" cy="640080"/>
          </a:xfrm>
          <a:prstGeom prst="rect">
            <a:avLst/>
          </a:prstGeom>
          <a:solidFill>
            <a:schemeClr val="accent3"/>
          </a:solidFill>
          <a:ln/>
        </p:spPr>
      </p:sp>
      <p:sp>
        <p:nvSpPr>
          <p:cNvPr id="116" name="Shape 113"/>
          <p:cNvSpPr/>
          <p:nvPr/>
        </p:nvSpPr>
        <p:spPr>
          <a:xfrm>
            <a:off x="7434072" y="4297680"/>
            <a:ext cx="55321" cy="640080"/>
          </a:xfrm>
          <a:prstGeom prst="rect">
            <a:avLst/>
          </a:prstGeom>
          <a:solidFill>
            <a:schemeClr val="accent3"/>
          </a:solidFill>
          <a:ln/>
        </p:spPr>
      </p:sp>
      <p:sp>
        <p:nvSpPr>
          <p:cNvPr id="117" name="Shape 114"/>
          <p:cNvSpPr/>
          <p:nvPr/>
        </p:nvSpPr>
        <p:spPr>
          <a:xfrm>
            <a:off x="7534656" y="4297680"/>
            <a:ext cx="55321" cy="640080"/>
          </a:xfrm>
          <a:prstGeom prst="rect">
            <a:avLst/>
          </a:prstGeom>
          <a:solidFill>
            <a:schemeClr val="accent3"/>
          </a:solidFill>
          <a:ln/>
        </p:spPr>
      </p:sp>
      <p:sp>
        <p:nvSpPr>
          <p:cNvPr id="118" name="Shape 115"/>
          <p:cNvSpPr/>
          <p:nvPr/>
        </p:nvSpPr>
        <p:spPr>
          <a:xfrm>
            <a:off x="7635240" y="4297680"/>
            <a:ext cx="55321" cy="640080"/>
          </a:xfrm>
          <a:prstGeom prst="rect">
            <a:avLst/>
          </a:prstGeom>
          <a:solidFill>
            <a:schemeClr val="accent3"/>
          </a:solidFill>
          <a:ln/>
        </p:spPr>
      </p:sp>
      <p:sp>
        <p:nvSpPr>
          <p:cNvPr id="119" name="Shape 116"/>
          <p:cNvSpPr/>
          <p:nvPr/>
        </p:nvSpPr>
        <p:spPr>
          <a:xfrm>
            <a:off x="7735824" y="4297680"/>
            <a:ext cx="55321" cy="640080"/>
          </a:xfrm>
          <a:prstGeom prst="rect">
            <a:avLst/>
          </a:prstGeom>
          <a:solidFill>
            <a:schemeClr val="accent3"/>
          </a:solidFill>
          <a:ln/>
        </p:spPr>
      </p:sp>
      <p:sp>
        <p:nvSpPr>
          <p:cNvPr id="120" name="Shape 117"/>
          <p:cNvSpPr/>
          <p:nvPr/>
        </p:nvSpPr>
        <p:spPr>
          <a:xfrm>
            <a:off x="7836408" y="4297680"/>
            <a:ext cx="55321" cy="640080"/>
          </a:xfrm>
          <a:prstGeom prst="rect">
            <a:avLst/>
          </a:prstGeom>
          <a:solidFill>
            <a:schemeClr val="accent3"/>
          </a:solidFill>
          <a:ln/>
        </p:spPr>
      </p:sp>
      <p:sp>
        <p:nvSpPr>
          <p:cNvPr id="121" name="Shape 118"/>
          <p:cNvSpPr/>
          <p:nvPr/>
        </p:nvSpPr>
        <p:spPr>
          <a:xfrm>
            <a:off x="7936992" y="4297680"/>
            <a:ext cx="55321" cy="640080"/>
          </a:xfrm>
          <a:prstGeom prst="rect">
            <a:avLst/>
          </a:prstGeom>
          <a:solidFill>
            <a:schemeClr val="accent3"/>
          </a:solidFill>
          <a:ln/>
        </p:spPr>
      </p:sp>
      <p:sp>
        <p:nvSpPr>
          <p:cNvPr id="122" name="Shape 119"/>
          <p:cNvSpPr/>
          <p:nvPr/>
        </p:nvSpPr>
        <p:spPr>
          <a:xfrm>
            <a:off x="8037576" y="4297680"/>
            <a:ext cx="55321" cy="640080"/>
          </a:xfrm>
          <a:prstGeom prst="rect">
            <a:avLst/>
          </a:prstGeom>
          <a:solidFill>
            <a:schemeClr val="accent3"/>
          </a:solidFill>
          <a:ln/>
        </p:spPr>
      </p:sp>
      <p:sp>
        <p:nvSpPr>
          <p:cNvPr id="123" name="Text 120"/>
          <p:cNvSpPr txBox="1"/>
          <p:nvPr/>
        </p:nvSpPr>
        <p:spPr>
          <a:xfrm>
            <a:off x="8412480" y="4206240"/>
            <a:ext cx="3200400" cy="822960"/>
          </a:xfrm>
          <a:prstGeom prst="rect">
            <a:avLst/>
          </a:prstGeom>
          <a:noFill/>
          <a:ln/>
        </p:spPr>
        <p:txBody>
          <a:bodyPr wrap="square" lIns="0" tIns="0" rIns="0" bIns="0" rtlCol="0" anchor="ctr"/>
          <a:lstStyle/>
          <a:p>
            <a:pPr indent="0" marL="0">
              <a:buNone/>
            </a:pPr>
            <a:r>
              <a:rPr lang="en-US" sz="1600" b="1" dirty="0">
                <a:solidFill>
                  <a:schemeClr val="tx2"/>
                </a:solidFill>
              </a:rPr>
              <a:t>매끄러운 움직임 · 슬로모션 재료</a:t>
            </a:r>
            <a:endParaRPr lang="en-US" sz="1600" dirty="0"/>
          </a:p>
        </p:txBody>
      </p:sp>
      <p:sp>
        <p:nvSpPr>
          <p:cNvPr id="124" name="Text 121"/>
          <p:cNvSpPr txBox="1"/>
          <p:nvPr/>
        </p:nvSpPr>
        <p:spPr>
          <a:xfrm>
            <a:off x="2103120" y="5440680"/>
            <a:ext cx="6035040" cy="320040"/>
          </a:xfrm>
          <a:prstGeom prst="rect">
            <a:avLst/>
          </a:prstGeom>
          <a:noFill/>
          <a:ln/>
        </p:spPr>
        <p:txBody>
          <a:bodyPr wrap="square" lIns="0" tIns="0" rIns="0" bIns="0" rtlCol="0" anchor="t"/>
          <a:lstStyle/>
          <a:p>
            <a:pPr algn="ctr" indent="0" marL="0">
              <a:buNone/>
            </a:pPr>
            <a:r>
              <a:rPr lang="en-US" sz="1300" dirty="0">
                <a:solidFill>
                  <a:schemeClr val="accent5"/>
                </a:solidFill>
              </a:rPr>
              <a:t>← 1초 →</a:t>
            </a:r>
            <a:endParaRPr lang="en-US" sz="13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셔터 2배 규칙과 깜빡이는 조명</a:t>
            </a:r>
            <a:endParaRPr lang="en-US" sz="3000" dirty="0"/>
          </a:p>
        </p:txBody>
      </p:sp>
      <p:sp>
        <p:nvSpPr>
          <p:cNvPr id="4" name="Shape 1"/>
          <p:cNvSpPr/>
          <p:nvPr/>
        </p:nvSpPr>
        <p:spPr>
          <a:xfrm>
            <a:off x="548640" y="1463040"/>
            <a:ext cx="5440680" cy="1280160"/>
          </a:xfrm>
          <a:prstGeom prst="roundRect">
            <a:avLst>
              <a:gd name="adj" fmla="val 8571"/>
            </a:avLst>
          </a:prstGeom>
          <a:solidFill>
            <a:schemeClr val="bg2"/>
          </a:solidFill>
          <a:ln/>
        </p:spPr>
      </p:sp>
      <p:sp>
        <p:nvSpPr>
          <p:cNvPr id="5" name="Shape 2"/>
          <p:cNvSpPr/>
          <p:nvPr/>
        </p:nvSpPr>
        <p:spPr>
          <a:xfrm>
            <a:off x="731520" y="1819656"/>
            <a:ext cx="566928" cy="566928"/>
          </a:xfrm>
          <a:prstGeom prst="ellipse">
            <a:avLst/>
          </a:prstGeom>
          <a:solidFill>
            <a:schemeClr val="accent2"/>
          </a:solidFill>
          <a:ln/>
        </p:spPr>
      </p:sp>
      <p:sp>
        <p:nvSpPr>
          <p:cNvPr id="6" name="Text 3"/>
          <p:cNvSpPr txBox="1"/>
          <p:nvPr/>
        </p:nvSpPr>
        <p:spPr>
          <a:xfrm>
            <a:off x="731520" y="181965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30</a:t>
            </a:r>
            <a:endParaRPr lang="en-US" sz="1800" dirty="0"/>
          </a:p>
        </p:txBody>
      </p:sp>
      <p:sp>
        <p:nvSpPr>
          <p:cNvPr id="7" name="Text 4"/>
          <p:cNvSpPr txBox="1"/>
          <p:nvPr/>
        </p:nvSpPr>
        <p:spPr>
          <a:xfrm>
            <a:off x="1527048" y="1591056"/>
            <a:ext cx="4233672" cy="384048"/>
          </a:xfrm>
          <a:prstGeom prst="rect">
            <a:avLst/>
          </a:prstGeom>
          <a:noFill/>
          <a:ln/>
        </p:spPr>
        <p:txBody>
          <a:bodyPr wrap="square" lIns="0" tIns="0" rIns="0" bIns="0" rtlCol="0" anchor="ctr"/>
          <a:lstStyle/>
          <a:p>
            <a:pPr indent="0" marL="0">
              <a:buNone/>
            </a:pPr>
            <a:r>
              <a:rPr lang="en-US" sz="1700" b="1" dirty="0">
                <a:solidFill>
                  <a:schemeClr val="tx2"/>
                </a:solidFill>
              </a:rPr>
              <a:t>30fps → 셔터 1/60</a:t>
            </a:r>
            <a:endParaRPr lang="en-US" sz="1700" dirty="0"/>
          </a:p>
        </p:txBody>
      </p:sp>
      <p:sp>
        <p:nvSpPr>
          <p:cNvPr id="8" name="Text 5"/>
          <p:cNvSpPr txBox="1"/>
          <p:nvPr/>
        </p:nvSpPr>
        <p:spPr>
          <a:xfrm>
            <a:off x="1527048" y="1975104"/>
            <a:ext cx="4233672" cy="676656"/>
          </a:xfrm>
          <a:prstGeom prst="rect">
            <a:avLst/>
          </a:prstGeom>
          <a:noFill/>
          <a:ln/>
        </p:spPr>
        <p:txBody>
          <a:bodyPr wrap="square" lIns="0" tIns="0" rIns="0" bIns="0" rtlCol="0" anchor="t"/>
          <a:lstStyle/>
          <a:p>
            <a:pPr indent="0" marL="0">
              <a:buNone/>
            </a:pPr>
            <a:r>
              <a:rPr lang="en-US" sz="1400" dirty="0">
                <a:solidFill>
                  <a:schemeClr val="tx1"/>
                </a:solidFill>
              </a:rPr>
              <a:t>가장 자연스러운 움직임</a:t>
            </a:r>
            <a:endParaRPr lang="en-US" sz="1400" dirty="0"/>
          </a:p>
        </p:txBody>
      </p:sp>
      <p:sp>
        <p:nvSpPr>
          <p:cNvPr id="9" name="Shape 6"/>
          <p:cNvSpPr/>
          <p:nvPr/>
        </p:nvSpPr>
        <p:spPr>
          <a:xfrm>
            <a:off x="548640" y="2880360"/>
            <a:ext cx="5440680" cy="1280160"/>
          </a:xfrm>
          <a:prstGeom prst="roundRect">
            <a:avLst>
              <a:gd name="adj" fmla="val 8571"/>
            </a:avLst>
          </a:prstGeom>
          <a:solidFill>
            <a:schemeClr val="bg2"/>
          </a:solidFill>
          <a:ln/>
        </p:spPr>
      </p:sp>
      <p:sp>
        <p:nvSpPr>
          <p:cNvPr id="10" name="Shape 7"/>
          <p:cNvSpPr/>
          <p:nvPr/>
        </p:nvSpPr>
        <p:spPr>
          <a:xfrm>
            <a:off x="731520" y="3236976"/>
            <a:ext cx="566928" cy="566928"/>
          </a:xfrm>
          <a:prstGeom prst="ellipse">
            <a:avLst/>
          </a:prstGeom>
          <a:solidFill>
            <a:schemeClr val="accent3"/>
          </a:solidFill>
          <a:ln/>
        </p:spPr>
      </p:sp>
      <p:sp>
        <p:nvSpPr>
          <p:cNvPr id="11" name="Text 8"/>
          <p:cNvSpPr txBox="1"/>
          <p:nvPr/>
        </p:nvSpPr>
        <p:spPr>
          <a:xfrm>
            <a:off x="731520" y="323697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60</a:t>
            </a:r>
            <a:endParaRPr lang="en-US" sz="1800" dirty="0"/>
          </a:p>
        </p:txBody>
      </p:sp>
      <p:sp>
        <p:nvSpPr>
          <p:cNvPr id="12" name="Text 9"/>
          <p:cNvSpPr txBox="1"/>
          <p:nvPr/>
        </p:nvSpPr>
        <p:spPr>
          <a:xfrm>
            <a:off x="1527048" y="3008376"/>
            <a:ext cx="4233672" cy="384048"/>
          </a:xfrm>
          <a:prstGeom prst="rect">
            <a:avLst/>
          </a:prstGeom>
          <a:noFill/>
          <a:ln/>
        </p:spPr>
        <p:txBody>
          <a:bodyPr wrap="square" lIns="0" tIns="0" rIns="0" bIns="0" rtlCol="0" anchor="ctr"/>
          <a:lstStyle/>
          <a:p>
            <a:pPr indent="0" marL="0">
              <a:buNone/>
            </a:pPr>
            <a:r>
              <a:rPr lang="en-US" sz="1700" b="1" dirty="0">
                <a:solidFill>
                  <a:schemeClr val="tx2"/>
                </a:solidFill>
              </a:rPr>
              <a:t>60fps → 셔터 1/120</a:t>
            </a:r>
            <a:endParaRPr lang="en-US" sz="1700" dirty="0"/>
          </a:p>
        </p:txBody>
      </p:sp>
      <p:sp>
        <p:nvSpPr>
          <p:cNvPr id="13" name="Text 10"/>
          <p:cNvSpPr txBox="1"/>
          <p:nvPr/>
        </p:nvSpPr>
        <p:spPr>
          <a:xfrm>
            <a:off x="1527048" y="3392424"/>
            <a:ext cx="4233672" cy="676656"/>
          </a:xfrm>
          <a:prstGeom prst="rect">
            <a:avLst/>
          </a:prstGeom>
          <a:noFill/>
          <a:ln/>
        </p:spPr>
        <p:txBody>
          <a:bodyPr wrap="square" lIns="0" tIns="0" rIns="0" bIns="0" rtlCol="0" anchor="t"/>
          <a:lstStyle/>
          <a:p>
            <a:pPr indent="0" marL="0">
              <a:buNone/>
            </a:pPr>
            <a:r>
              <a:rPr lang="en-US" sz="1400" dirty="0">
                <a:solidFill>
                  <a:schemeClr val="tx1"/>
                </a:solidFill>
              </a:rPr>
              <a:t>슬로모션 재료로 찍을 때</a:t>
            </a:r>
            <a:endParaRPr lang="en-US" sz="1400" dirty="0"/>
          </a:p>
        </p:txBody>
      </p:sp>
      <p:sp>
        <p:nvSpPr>
          <p:cNvPr id="14" name="Shape 11"/>
          <p:cNvSpPr/>
          <p:nvPr/>
        </p:nvSpPr>
        <p:spPr>
          <a:xfrm>
            <a:off x="548640" y="4297680"/>
            <a:ext cx="5440680" cy="1280160"/>
          </a:xfrm>
          <a:prstGeom prst="roundRect">
            <a:avLst>
              <a:gd name="adj" fmla="val 8571"/>
            </a:avLst>
          </a:prstGeom>
          <a:solidFill>
            <a:schemeClr val="bg2"/>
          </a:solidFill>
          <a:ln/>
        </p:spPr>
      </p:sp>
      <p:sp>
        <p:nvSpPr>
          <p:cNvPr id="15" name="Shape 12"/>
          <p:cNvSpPr/>
          <p:nvPr/>
        </p:nvSpPr>
        <p:spPr>
          <a:xfrm>
            <a:off x="731520" y="4654296"/>
            <a:ext cx="566928" cy="566928"/>
          </a:xfrm>
          <a:prstGeom prst="ellipse">
            <a:avLst/>
          </a:prstGeom>
          <a:solidFill>
            <a:schemeClr val="accent1"/>
          </a:solidFill>
          <a:ln/>
        </p:spPr>
      </p:sp>
      <p:sp>
        <p:nvSpPr>
          <p:cNvPr id="16" name="Text 13"/>
          <p:cNvSpPr txBox="1"/>
          <p:nvPr/>
        </p:nvSpPr>
        <p:spPr>
          <a:xfrm>
            <a:off x="731520" y="465429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Text 14"/>
          <p:cNvSpPr txBox="1"/>
          <p:nvPr/>
        </p:nvSpPr>
        <p:spPr>
          <a:xfrm>
            <a:off x="1527048" y="4425696"/>
            <a:ext cx="4233672" cy="384048"/>
          </a:xfrm>
          <a:prstGeom prst="rect">
            <a:avLst/>
          </a:prstGeom>
          <a:noFill/>
          <a:ln/>
        </p:spPr>
        <p:txBody>
          <a:bodyPr wrap="square" lIns="0" tIns="0" rIns="0" bIns="0" rtlCol="0" anchor="ctr"/>
          <a:lstStyle/>
          <a:p>
            <a:pPr indent="0" marL="0">
              <a:buNone/>
            </a:pPr>
            <a:r>
              <a:rPr lang="en-US" sz="1700" b="1" dirty="0">
                <a:solidFill>
                  <a:schemeClr val="tx2"/>
                </a:solidFill>
              </a:rPr>
              <a:t>너무 빠른 셔터 (1/1000)</a:t>
            </a:r>
            <a:endParaRPr lang="en-US" sz="1700" dirty="0"/>
          </a:p>
        </p:txBody>
      </p:sp>
      <p:sp>
        <p:nvSpPr>
          <p:cNvPr id="18" name="Text 15"/>
          <p:cNvSpPr txBox="1"/>
          <p:nvPr/>
        </p:nvSpPr>
        <p:spPr>
          <a:xfrm>
            <a:off x="1527048" y="4809744"/>
            <a:ext cx="4233672" cy="676656"/>
          </a:xfrm>
          <a:prstGeom prst="rect">
            <a:avLst/>
          </a:prstGeom>
          <a:noFill/>
          <a:ln/>
        </p:spPr>
        <p:txBody>
          <a:bodyPr wrap="square" lIns="0" tIns="0" rIns="0" bIns="0" rtlCol="0" anchor="t"/>
          <a:lstStyle/>
          <a:p>
            <a:pPr indent="0" marL="0">
              <a:buNone/>
            </a:pPr>
            <a:r>
              <a:rPr lang="en-US" sz="1400" dirty="0">
                <a:solidFill>
                  <a:schemeClr val="tx1"/>
                </a:solidFill>
              </a:rPr>
              <a:t>움직임이 뚝뚝 끊겨 보여요</a:t>
            </a:r>
            <a:endParaRPr lang="en-US" sz="1400" dirty="0"/>
          </a:p>
        </p:txBody>
      </p:sp>
      <p:sp>
        <p:nvSpPr>
          <p:cNvPr id="19" name="Shape 16"/>
          <p:cNvSpPr/>
          <p:nvPr/>
        </p:nvSpPr>
        <p:spPr>
          <a:xfrm>
            <a:off x="6172200" y="1463040"/>
            <a:ext cx="5440680" cy="4114800"/>
          </a:xfrm>
          <a:prstGeom prst="roundRect">
            <a:avLst>
              <a:gd name="adj" fmla="val 2667"/>
            </a:avLst>
          </a:prstGeom>
          <a:solidFill>
            <a:schemeClr val="tx2"/>
          </a:solidFill>
          <a:ln/>
        </p:spPr>
      </p:sp>
      <p:sp>
        <p:nvSpPr>
          <p:cNvPr id="20" name="Shape 17"/>
          <p:cNvSpPr/>
          <p:nvPr/>
        </p:nvSpPr>
        <p:spPr>
          <a:xfrm>
            <a:off x="6446520" y="1691640"/>
            <a:ext cx="685800" cy="685800"/>
          </a:xfrm>
          <a:prstGeom prst="ellipse">
            <a:avLst/>
          </a:prstGeom>
          <a:solidFill>
            <a:schemeClr val="accent1"/>
          </a:solidFill>
          <a:ln/>
        </p:spPr>
      </p:sp>
      <p:pic>
        <p:nvPicPr>
          <p:cNvPr id="21" name="Image 0" descr="FaLightbulb">    </p:cNvPr>
          <p:cNvPicPr>
            <a:picLocks noChangeAspect="1"/>
          </p:cNvPicPr>
          <p:nvPr/>
        </p:nvPicPr>
        <p:blipFill>
          <a:blip r:embed="rId1"/>
          <a:stretch>
            <a:fillRect/>
          </a:stretch>
        </p:blipFill>
        <p:spPr>
          <a:xfrm>
            <a:off x="6631686" y="1876806"/>
            <a:ext cx="315468" cy="315468"/>
          </a:xfrm>
          <a:prstGeom prst="rect">
            <a:avLst/>
          </a:prstGeom>
        </p:spPr>
      </p:pic>
      <p:sp>
        <p:nvSpPr>
          <p:cNvPr id="22" name="Text 18"/>
          <p:cNvSpPr txBox="1"/>
          <p:nvPr/>
        </p:nvSpPr>
        <p:spPr>
          <a:xfrm>
            <a:off x="6446520" y="2560320"/>
            <a:ext cx="4937760" cy="457200"/>
          </a:xfrm>
          <a:prstGeom prst="rect">
            <a:avLst/>
          </a:prstGeom>
          <a:noFill/>
          <a:ln/>
        </p:spPr>
        <p:txBody>
          <a:bodyPr wrap="square" lIns="0" tIns="0" rIns="0" bIns="0" rtlCol="0" anchor="t"/>
          <a:lstStyle/>
          <a:p>
            <a:pPr indent="0" marL="0">
              <a:buNone/>
            </a:pPr>
            <a:r>
              <a:rPr lang="en-US" sz="2000" b="1" dirty="0">
                <a:solidFill>
                  <a:schemeClr val="bg1"/>
                </a:solidFill>
              </a:rPr>
              <a:t>화면에 줄이 흐르면</a:t>
            </a:r>
            <a:endParaRPr lang="en-US" sz="2000" dirty="0"/>
          </a:p>
        </p:txBody>
      </p:sp>
      <p:sp>
        <p:nvSpPr>
          <p:cNvPr id="23" name="Text 19"/>
          <p:cNvSpPr txBox="1"/>
          <p:nvPr/>
        </p:nvSpPr>
        <p:spPr>
          <a:xfrm>
            <a:off x="6446520" y="3108960"/>
            <a:ext cx="4937760" cy="2194560"/>
          </a:xfrm>
          <a:prstGeom prst="rect">
            <a:avLst/>
          </a:prstGeom>
          <a:noFill/>
          <a:ln/>
        </p:spPr>
        <p:txBody>
          <a:bodyPr wrap="square" lIns="0" tIns="0" rIns="0" bIns="0" rtlCol="0" anchor="t"/>
          <a:lstStyle/>
          <a:p>
            <a:pPr indent="0" marL="0">
              <a:buNone/>
            </a:pPr>
            <a:r>
              <a:rPr lang="en-US" sz="1600" dirty="0">
                <a:solidFill>
                  <a:schemeClr val="bg1"/>
                </a:solidFill>
              </a:rPr>
              <a:t>실내 형광등 · LED가 깜빡이는 것</a:t>
            </a:r>
            <a:endParaRPr lang="en-US" sz="1600" dirty="0"/>
          </a:p>
          <a:p>
            <a:pPr indent="0" marL="0">
              <a:buNone/>
            </a:pPr>
            <a:r>
              <a:rPr lang="en-US" sz="1600" dirty="0">
                <a:solidFill>
                  <a:schemeClr val="bg1"/>
                </a:solidFill>
              </a:rPr>
              <a:t>→ 셔터를 1/60 또는 1/120으로</a:t>
            </a:r>
            <a:endParaRPr lang="en-US" sz="1600" dirty="0"/>
          </a:p>
          <a:p>
            <a:pPr indent="0" marL="0">
              <a:buNone/>
            </a:pPr>
            <a:r>
              <a:rPr lang="en-US" sz="1600" dirty="0">
                <a:solidFill>
                  <a:schemeClr val="bg1"/>
                </a:solidFill>
              </a:rPr>
              <a:t>→ 그래도 안 되면 조명을 바꾸거나</a:t>
            </a:r>
            <a:endParaRPr lang="en-US" sz="1600" dirty="0"/>
          </a:p>
          <a:p>
            <a:pPr indent="0" marL="0">
              <a:buNone/>
            </a:pPr>
            <a:r>
              <a:rPr lang="en-US" sz="1600" dirty="0">
                <a:solidFill>
                  <a:schemeClr val="bg1"/>
                </a:solidFill>
              </a:rPr>
              <a:t>   창가 자연광으로</a:t>
            </a:r>
            <a:endParaRPr lang="en-US" sz="16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편집에서 문제가 되는 설정 두 가지</a:t>
            </a:r>
            <a:endParaRPr lang="en-US" sz="3000" dirty="0"/>
          </a:p>
        </p:txBody>
      </p:sp>
      <p:sp>
        <p:nvSpPr>
          <p:cNvPr id="4" name="Shape 1"/>
          <p:cNvSpPr/>
          <p:nvPr/>
        </p:nvSpPr>
        <p:spPr>
          <a:xfrm>
            <a:off x="548640" y="1463040"/>
            <a:ext cx="3566160" cy="3108960"/>
          </a:xfrm>
          <a:prstGeom prst="roundRect">
            <a:avLst>
              <a:gd name="adj" fmla="val 3529"/>
            </a:avLst>
          </a:prstGeom>
          <a:solidFill>
            <a:schemeClr val="bg2"/>
          </a:solidFill>
          <a:ln/>
        </p:spPr>
      </p:sp>
      <p:sp>
        <p:nvSpPr>
          <p:cNvPr id="5" name="Shape 2"/>
          <p:cNvSpPr/>
          <p:nvPr/>
        </p:nvSpPr>
        <p:spPr>
          <a:xfrm>
            <a:off x="777240" y="1691640"/>
            <a:ext cx="566928" cy="566928"/>
          </a:xfrm>
          <a:prstGeom prst="ellipse">
            <a:avLst/>
          </a:prstGeom>
          <a:solidFill>
            <a:schemeClr val="accent1"/>
          </a:solidFill>
          <a:ln/>
        </p:spPr>
      </p:sp>
      <p:pic>
        <p:nvPicPr>
          <p:cNvPr id="6" name="Image 0" descr="FaSun">    </p:cNvPr>
          <p:cNvPicPr>
            <a:picLocks noChangeAspect="1"/>
          </p:cNvPicPr>
          <p:nvPr/>
        </p:nvPicPr>
        <p:blipFill>
          <a:blip r:embed="rId1"/>
          <a:stretch>
            <a:fillRect/>
          </a:stretch>
        </p:blipFill>
        <p:spPr>
          <a:xfrm>
            <a:off x="930311" y="1844711"/>
            <a:ext cx="260787" cy="260787"/>
          </a:xfrm>
          <a:prstGeom prst="rect">
            <a:avLst/>
          </a:prstGeom>
        </p:spPr>
      </p:pic>
      <p:sp>
        <p:nvSpPr>
          <p:cNvPr id="7" name="Text 3"/>
          <p:cNvSpPr txBox="1"/>
          <p:nvPr/>
        </p:nvSpPr>
        <p:spPr>
          <a:xfrm>
            <a:off x="777240" y="2395728"/>
            <a:ext cx="3108960" cy="411480"/>
          </a:xfrm>
          <a:prstGeom prst="rect">
            <a:avLst/>
          </a:prstGeom>
          <a:noFill/>
          <a:ln/>
        </p:spPr>
        <p:txBody>
          <a:bodyPr wrap="square" lIns="0" tIns="0" rIns="0" bIns="0" rtlCol="0" anchor="t"/>
          <a:lstStyle/>
          <a:p>
            <a:pPr indent="0" marL="0">
              <a:buNone/>
            </a:pPr>
            <a:r>
              <a:rPr lang="en-US" sz="1800" b="1" dirty="0">
                <a:solidFill>
                  <a:schemeClr val="tx2"/>
                </a:solidFill>
              </a:rPr>
              <a:t>HDR 동영상 → 끄기</a:t>
            </a:r>
            <a:endParaRPr lang="en-US" sz="1800" dirty="0"/>
          </a:p>
        </p:txBody>
      </p:sp>
      <p:sp>
        <p:nvSpPr>
          <p:cNvPr id="8" name="Text 4"/>
          <p:cNvSpPr txBox="1"/>
          <p:nvPr/>
        </p:nvSpPr>
        <p:spPr>
          <a:xfrm>
            <a:off x="777240" y="2825496"/>
            <a:ext cx="3108960" cy="1563624"/>
          </a:xfrm>
          <a:prstGeom prst="rect">
            <a:avLst/>
          </a:prstGeom>
          <a:noFill/>
          <a:ln/>
        </p:spPr>
        <p:txBody>
          <a:bodyPr wrap="square" lIns="0" tIns="0" rIns="0" bIns="0" rtlCol="0" anchor="t"/>
          <a:lstStyle/>
          <a:p>
            <a:pPr indent="0" marL="0">
              <a:buNone/>
            </a:pPr>
            <a:r>
              <a:rPr lang="en-US" sz="1500" dirty="0">
                <a:solidFill>
                  <a:schemeClr val="tx1"/>
                </a:solidFill>
              </a:rPr>
              <a:t>폰에선 화려해도 편집·다른 화면에서 색이 틀어져 보일 수 있어요</a:t>
            </a:r>
            <a:endParaRPr lang="en-US" sz="1500" dirty="0"/>
          </a:p>
        </p:txBody>
      </p:sp>
      <p:sp>
        <p:nvSpPr>
          <p:cNvPr id="9" name="Shape 5"/>
          <p:cNvSpPr/>
          <p:nvPr/>
        </p:nvSpPr>
        <p:spPr>
          <a:xfrm>
            <a:off x="4297680" y="1463040"/>
            <a:ext cx="3566160" cy="3108960"/>
          </a:xfrm>
          <a:prstGeom prst="roundRect">
            <a:avLst>
              <a:gd name="adj" fmla="val 3529"/>
            </a:avLst>
          </a:prstGeom>
          <a:solidFill>
            <a:schemeClr val="bg2"/>
          </a:solidFill>
          <a:ln/>
        </p:spPr>
      </p:sp>
      <p:sp>
        <p:nvSpPr>
          <p:cNvPr id="10" name="Shape 6"/>
          <p:cNvSpPr/>
          <p:nvPr/>
        </p:nvSpPr>
        <p:spPr>
          <a:xfrm>
            <a:off x="4526280" y="1691640"/>
            <a:ext cx="566928" cy="566928"/>
          </a:xfrm>
          <a:prstGeom prst="ellipse">
            <a:avLst/>
          </a:prstGeom>
          <a:solidFill>
            <a:schemeClr val="accent4"/>
          </a:solidFill>
          <a:ln/>
        </p:spPr>
      </p:sp>
      <p:pic>
        <p:nvPicPr>
          <p:cNvPr id="11" name="Image 1" descr="FaFileVideo">    </p:cNvPr>
          <p:cNvPicPr>
            <a:picLocks noChangeAspect="1"/>
          </p:cNvPicPr>
          <p:nvPr/>
        </p:nvPicPr>
        <p:blipFill>
          <a:blip r:embed="rId2"/>
          <a:stretch>
            <a:fillRect/>
          </a:stretch>
        </p:blipFill>
        <p:spPr>
          <a:xfrm>
            <a:off x="4679351" y="1844711"/>
            <a:ext cx="260787" cy="260787"/>
          </a:xfrm>
          <a:prstGeom prst="rect">
            <a:avLst/>
          </a:prstGeom>
        </p:spPr>
      </p:pic>
      <p:sp>
        <p:nvSpPr>
          <p:cNvPr id="12" name="Text 7"/>
          <p:cNvSpPr txBox="1"/>
          <p:nvPr/>
        </p:nvSpPr>
        <p:spPr>
          <a:xfrm>
            <a:off x="4526280" y="2395728"/>
            <a:ext cx="3108960" cy="411480"/>
          </a:xfrm>
          <a:prstGeom prst="rect">
            <a:avLst/>
          </a:prstGeom>
          <a:noFill/>
          <a:ln/>
        </p:spPr>
        <p:txBody>
          <a:bodyPr wrap="square" lIns="0" tIns="0" rIns="0" bIns="0" rtlCol="0" anchor="t"/>
          <a:lstStyle/>
          <a:p>
            <a:pPr indent="0" marL="0">
              <a:buNone/>
            </a:pPr>
            <a:r>
              <a:rPr lang="en-US" sz="1800" b="1" dirty="0">
                <a:solidFill>
                  <a:schemeClr val="tx2"/>
                </a:solidFill>
              </a:rPr>
              <a:t>HEVC(고효율) → 끄기</a:t>
            </a:r>
            <a:endParaRPr lang="en-US" sz="1800" dirty="0"/>
          </a:p>
        </p:txBody>
      </p:sp>
      <p:sp>
        <p:nvSpPr>
          <p:cNvPr id="13" name="Text 8"/>
          <p:cNvSpPr txBox="1"/>
          <p:nvPr/>
        </p:nvSpPr>
        <p:spPr>
          <a:xfrm>
            <a:off x="4526280" y="2825496"/>
            <a:ext cx="3108960" cy="1563624"/>
          </a:xfrm>
          <a:prstGeom prst="rect">
            <a:avLst/>
          </a:prstGeom>
          <a:noFill/>
          <a:ln/>
        </p:spPr>
        <p:txBody>
          <a:bodyPr wrap="square" lIns="0" tIns="0" rIns="0" bIns="0" rtlCol="0" anchor="t"/>
          <a:lstStyle/>
          <a:p>
            <a:pPr indent="0" marL="0">
              <a:buNone/>
            </a:pPr>
            <a:r>
              <a:rPr lang="en-US" sz="1500" dirty="0">
                <a:solidFill>
                  <a:schemeClr val="tx1"/>
                </a:solidFill>
              </a:rPr>
              <a:t>파일은 작지만 일부 PC에서 편집이 끊겨요. 호환성 우선(H.264)으로</a:t>
            </a:r>
            <a:endParaRPr lang="en-US" sz="1500" dirty="0"/>
          </a:p>
        </p:txBody>
      </p:sp>
      <p:sp>
        <p:nvSpPr>
          <p:cNvPr id="14" name="Shape 9"/>
          <p:cNvSpPr/>
          <p:nvPr/>
        </p:nvSpPr>
        <p:spPr>
          <a:xfrm>
            <a:off x="8046720" y="1463040"/>
            <a:ext cx="3566160" cy="3108960"/>
          </a:xfrm>
          <a:prstGeom prst="roundRect">
            <a:avLst>
              <a:gd name="adj" fmla="val 3529"/>
            </a:avLst>
          </a:prstGeom>
          <a:solidFill>
            <a:schemeClr val="bg2"/>
          </a:solidFill>
          <a:ln/>
        </p:spPr>
      </p:sp>
      <p:sp>
        <p:nvSpPr>
          <p:cNvPr id="15" name="Shape 10"/>
          <p:cNvSpPr/>
          <p:nvPr/>
        </p:nvSpPr>
        <p:spPr>
          <a:xfrm>
            <a:off x="8275320" y="1691640"/>
            <a:ext cx="566928" cy="566928"/>
          </a:xfrm>
          <a:prstGeom prst="ellipse">
            <a:avLst/>
          </a:prstGeom>
          <a:solidFill>
            <a:schemeClr val="accent3"/>
          </a:solidFill>
          <a:ln/>
        </p:spPr>
      </p:sp>
      <p:pic>
        <p:nvPicPr>
          <p:cNvPr id="16" name="Image 2" descr="FaHdd">    </p:cNvPr>
          <p:cNvPicPr>
            <a:picLocks noChangeAspect="1"/>
          </p:cNvPicPr>
          <p:nvPr/>
        </p:nvPicPr>
        <p:blipFill>
          <a:blip r:embed="rId3"/>
          <a:stretch>
            <a:fillRect/>
          </a:stretch>
        </p:blipFill>
        <p:spPr>
          <a:xfrm>
            <a:off x="8428391" y="1844711"/>
            <a:ext cx="260787" cy="260787"/>
          </a:xfrm>
          <a:prstGeom prst="rect">
            <a:avLst/>
          </a:prstGeom>
        </p:spPr>
      </p:pic>
      <p:sp>
        <p:nvSpPr>
          <p:cNvPr id="17" name="Text 11"/>
          <p:cNvSpPr txBox="1"/>
          <p:nvPr/>
        </p:nvSpPr>
        <p:spPr>
          <a:xfrm>
            <a:off x="8275320" y="2395728"/>
            <a:ext cx="3108960" cy="411480"/>
          </a:xfrm>
          <a:prstGeom prst="rect">
            <a:avLst/>
          </a:prstGeom>
          <a:noFill/>
          <a:ln/>
        </p:spPr>
        <p:txBody>
          <a:bodyPr wrap="square" lIns="0" tIns="0" rIns="0" bIns="0" rtlCol="0" anchor="t"/>
          <a:lstStyle/>
          <a:p>
            <a:pPr indent="0" marL="0">
              <a:buNone/>
            </a:pPr>
            <a:r>
              <a:rPr lang="en-US" sz="1800" b="1" dirty="0">
                <a:solidFill>
                  <a:schemeClr val="tx2"/>
                </a:solidFill>
              </a:rPr>
              <a:t>4K → 1080p로</a:t>
            </a:r>
            <a:endParaRPr lang="en-US" sz="1800" dirty="0"/>
          </a:p>
        </p:txBody>
      </p:sp>
      <p:sp>
        <p:nvSpPr>
          <p:cNvPr id="18" name="Text 12"/>
          <p:cNvSpPr txBox="1"/>
          <p:nvPr/>
        </p:nvSpPr>
        <p:spPr>
          <a:xfrm>
            <a:off x="8275320" y="2825496"/>
            <a:ext cx="3108960" cy="1563624"/>
          </a:xfrm>
          <a:prstGeom prst="rect">
            <a:avLst/>
          </a:prstGeom>
          <a:noFill/>
          <a:ln/>
        </p:spPr>
        <p:txBody>
          <a:bodyPr wrap="square" lIns="0" tIns="0" rIns="0" bIns="0" rtlCol="0" anchor="t"/>
          <a:lstStyle/>
          <a:p>
            <a:pPr indent="0" marL="0">
              <a:buNone/>
            </a:pPr>
            <a:r>
              <a:rPr lang="en-US" sz="1500" dirty="0">
                <a:solidFill>
                  <a:schemeClr val="tx1"/>
                </a:solidFill>
              </a:rPr>
              <a:t>4K는 파일이 4배. 수업 기본은 1080p 30fps</a:t>
            </a:r>
            <a:endParaRPr lang="en-US" sz="1500" dirty="0"/>
          </a:p>
        </p:txBody>
      </p:sp>
      <p:sp>
        <p:nvSpPr>
          <p:cNvPr id="19" name="Shape 13"/>
          <p:cNvSpPr/>
          <p:nvPr/>
        </p:nvSpPr>
        <p:spPr>
          <a:xfrm>
            <a:off x="548640" y="4937760"/>
            <a:ext cx="11064240" cy="502920"/>
          </a:xfrm>
          <a:prstGeom prst="roundRect">
            <a:avLst>
              <a:gd name="adj" fmla="val 18182"/>
            </a:avLst>
          </a:prstGeom>
          <a:solidFill>
            <a:schemeClr val="accent6"/>
          </a:solidFill>
          <a:ln/>
        </p:spPr>
      </p:sp>
      <p:sp>
        <p:nvSpPr>
          <p:cNvPr id="20" name="Text 14"/>
          <p:cNvSpPr txBox="1"/>
          <p:nvPr/>
        </p:nvSpPr>
        <p:spPr>
          <a:xfrm>
            <a:off x="777240" y="493776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편집에서 생길 문제를 촬영 전에 막는 것. 메뉴 이름은 기종마다 조금씩 달라요</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함께 세팅해요 (15분)</a:t>
            </a:r>
            <a:endParaRPr lang="en-US" sz="3000" dirty="0"/>
          </a:p>
        </p:txBody>
      </p:sp>
      <p:sp>
        <p:nvSpPr>
          <p:cNvPr id="4" name="Shape 1"/>
          <p:cNvSpPr/>
          <p:nvPr/>
        </p:nvSpPr>
        <p:spPr>
          <a:xfrm>
            <a:off x="548640" y="1417320"/>
            <a:ext cx="5440680" cy="3291840"/>
          </a:xfrm>
          <a:prstGeom prst="roundRect">
            <a:avLst>
              <a:gd name="adj" fmla="val 3333"/>
            </a:avLst>
          </a:prstGeom>
          <a:solidFill>
            <a:schemeClr val="bg2"/>
          </a:solidFill>
          <a:ln/>
        </p:spPr>
      </p:sp>
      <p:sp>
        <p:nvSpPr>
          <p:cNvPr id="5" name="Text 2"/>
          <p:cNvSpPr txBox="1"/>
          <p:nvPr/>
        </p:nvSpPr>
        <p:spPr>
          <a:xfrm>
            <a:off x="777240" y="1554480"/>
            <a:ext cx="4937760" cy="411480"/>
          </a:xfrm>
          <a:prstGeom prst="rect">
            <a:avLst/>
          </a:prstGeom>
          <a:noFill/>
          <a:ln/>
        </p:spPr>
        <p:txBody>
          <a:bodyPr wrap="square" lIns="0" tIns="0" rIns="0" bIns="0" rtlCol="0" anchor="t"/>
          <a:lstStyle/>
          <a:p>
            <a:pPr indent="0" marL="0">
              <a:buNone/>
            </a:pPr>
            <a:r>
              <a:rPr lang="en-US" sz="1900" b="1" dirty="0">
                <a:solidFill>
                  <a:schemeClr val="accent4"/>
                </a:solidFill>
              </a:rPr>
              <a:t>아이폰</a:t>
            </a:r>
            <a:endParaRPr lang="en-US" sz="1900" dirty="0"/>
          </a:p>
        </p:txBody>
      </p:sp>
      <p:sp>
        <p:nvSpPr>
          <p:cNvPr id="6" name="Text 3"/>
          <p:cNvSpPr txBox="1"/>
          <p:nvPr/>
        </p:nvSpPr>
        <p:spPr>
          <a:xfrm>
            <a:off x="777240" y="2057400"/>
            <a:ext cx="5029200" cy="256032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설정 → 카메라 → 비디오 녹화 → 1080p 30fps</a:t>
            </a:r>
            <a:endParaRPr lang="en-US" sz="1500" dirty="0"/>
          </a:p>
          <a:p>
            <a:pPr marL="228600" indent="-228600">
              <a:spcAft>
                <a:spcPts val="800"/>
              </a:spcAft>
              <a:buSzPct val="100000"/>
              <a:buChar char="•"/>
            </a:pPr>
            <a:r>
              <a:rPr lang="en-US" sz="1500" dirty="0">
                <a:solidFill>
                  <a:schemeClr val="tx1"/>
                </a:solidFill>
              </a:rPr>
              <a:t>같은 화면에서 'HDR 비디오' 끄기</a:t>
            </a:r>
            <a:endParaRPr lang="en-US" sz="1500" dirty="0"/>
          </a:p>
          <a:p>
            <a:pPr marL="228600" indent="-228600">
              <a:spcAft>
                <a:spcPts val="800"/>
              </a:spcAft>
              <a:buSzPct val="100000"/>
              <a:buChar char="•"/>
            </a:pPr>
            <a:r>
              <a:rPr lang="en-US" sz="1500" dirty="0">
                <a:solidFill>
                  <a:schemeClr val="tx1"/>
                </a:solidFill>
              </a:rPr>
              <a:t>카메라 → 포맷 → '가장 호환성 높은 포맷'</a:t>
            </a:r>
            <a:endParaRPr lang="en-US" sz="1500" dirty="0"/>
          </a:p>
          <a:p>
            <a:pPr marL="228600" indent="-228600">
              <a:spcAft>
                <a:spcPts val="800"/>
              </a:spcAft>
              <a:buSzPct val="100000"/>
              <a:buChar char="•"/>
            </a:pPr>
            <a:r>
              <a:rPr lang="en-US" sz="1500" dirty="0">
                <a:solidFill>
                  <a:schemeClr val="tx1"/>
                </a:solidFill>
              </a:rPr>
              <a:t>카메라 → 격자 켜기</a:t>
            </a:r>
            <a:endParaRPr lang="en-US" sz="1500" dirty="0"/>
          </a:p>
        </p:txBody>
      </p:sp>
      <p:sp>
        <p:nvSpPr>
          <p:cNvPr id="7" name="Shape 4"/>
          <p:cNvSpPr/>
          <p:nvPr/>
        </p:nvSpPr>
        <p:spPr>
          <a:xfrm>
            <a:off x="6172200" y="1417320"/>
            <a:ext cx="5440680" cy="3291840"/>
          </a:xfrm>
          <a:prstGeom prst="roundRect">
            <a:avLst>
              <a:gd name="adj" fmla="val 3333"/>
            </a:avLst>
          </a:prstGeom>
          <a:solidFill>
            <a:schemeClr val="bg2"/>
          </a:solidFill>
          <a:ln/>
        </p:spPr>
      </p:sp>
      <p:sp>
        <p:nvSpPr>
          <p:cNvPr id="8" name="Text 5"/>
          <p:cNvSpPr txBox="1"/>
          <p:nvPr/>
        </p:nvSpPr>
        <p:spPr>
          <a:xfrm>
            <a:off x="6400800" y="1554480"/>
            <a:ext cx="4937760" cy="411480"/>
          </a:xfrm>
          <a:prstGeom prst="rect">
            <a:avLst/>
          </a:prstGeom>
          <a:noFill/>
          <a:ln/>
        </p:spPr>
        <p:txBody>
          <a:bodyPr wrap="square" lIns="0" tIns="0" rIns="0" bIns="0" rtlCol="0" anchor="t"/>
          <a:lstStyle/>
          <a:p>
            <a:pPr indent="0" marL="0">
              <a:buNone/>
            </a:pPr>
            <a:r>
              <a:rPr lang="en-US" sz="1900" b="1" dirty="0">
                <a:solidFill>
                  <a:schemeClr val="accent4"/>
                </a:solidFill>
              </a:rPr>
              <a:t>갤럭시</a:t>
            </a:r>
            <a:endParaRPr lang="en-US" sz="1900" dirty="0"/>
          </a:p>
        </p:txBody>
      </p:sp>
      <p:sp>
        <p:nvSpPr>
          <p:cNvPr id="9" name="Text 6"/>
          <p:cNvSpPr txBox="1"/>
          <p:nvPr/>
        </p:nvSpPr>
        <p:spPr>
          <a:xfrm>
            <a:off x="6400800" y="2057400"/>
            <a:ext cx="5029200" cy="256032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동영상 → 상단 해상도에서 FHD 30</a:t>
            </a:r>
            <a:endParaRPr lang="en-US" sz="1500" dirty="0"/>
          </a:p>
          <a:p>
            <a:pPr marL="228600" indent="-228600">
              <a:spcAft>
                <a:spcPts val="800"/>
              </a:spcAft>
              <a:buSzPct val="100000"/>
              <a:buChar char="•"/>
            </a:pPr>
            <a:r>
              <a:rPr lang="en-US" sz="1500" dirty="0">
                <a:solidFill>
                  <a:schemeClr val="tx1"/>
                </a:solidFill>
              </a:rPr>
              <a:t>설정 → 고급 동영상 옵션 → 고효율 동영상 끄기</a:t>
            </a:r>
            <a:endParaRPr lang="en-US" sz="1500" dirty="0"/>
          </a:p>
          <a:p>
            <a:pPr marL="228600" indent="-228600">
              <a:spcAft>
                <a:spcPts val="800"/>
              </a:spcAft>
              <a:buSzPct val="100000"/>
              <a:buChar char="•"/>
            </a:pPr>
            <a:r>
              <a:rPr lang="en-US" sz="1500" dirty="0">
                <a:solidFill>
                  <a:schemeClr val="tx1"/>
                </a:solidFill>
              </a:rPr>
              <a:t>같은 곳에서 HDR10+ 동영상 끄기</a:t>
            </a:r>
            <a:endParaRPr lang="en-US" sz="1500" dirty="0"/>
          </a:p>
          <a:p>
            <a:pPr marL="228600" indent="-228600">
              <a:spcAft>
                <a:spcPts val="800"/>
              </a:spcAft>
              <a:buSzPct val="100000"/>
              <a:buChar char="•"/>
            </a:pPr>
            <a:r>
              <a:rPr lang="en-US" sz="1500" dirty="0">
                <a:solidFill>
                  <a:schemeClr val="tx1"/>
                </a:solidFill>
              </a:rPr>
              <a:t>설정 → 수직·수평 안내선 켜기</a:t>
            </a:r>
            <a:endParaRPr lang="en-US" sz="1500" dirty="0"/>
          </a:p>
        </p:txBody>
      </p:sp>
      <p:sp>
        <p:nvSpPr>
          <p:cNvPr id="10" name="Shape 7"/>
          <p:cNvSpPr/>
          <p:nvPr/>
        </p:nvSpPr>
        <p:spPr>
          <a:xfrm>
            <a:off x="548640" y="4892040"/>
            <a:ext cx="2615184" cy="731520"/>
          </a:xfrm>
          <a:prstGeom prst="roundRect">
            <a:avLst>
              <a:gd name="adj" fmla="val 15000"/>
            </a:avLst>
          </a:prstGeom>
          <a:solidFill>
            <a:schemeClr val="accent6"/>
          </a:solidFill>
          <a:ln/>
        </p:spPr>
      </p:sp>
      <p:sp>
        <p:nvSpPr>
          <p:cNvPr id="11" name="Shape 8"/>
          <p:cNvSpPr/>
          <p:nvPr/>
        </p:nvSpPr>
        <p:spPr>
          <a:xfrm>
            <a:off x="685800" y="4983480"/>
            <a:ext cx="548640" cy="548640"/>
          </a:xfrm>
          <a:prstGeom prst="ellipse">
            <a:avLst/>
          </a:prstGeom>
          <a:solidFill>
            <a:schemeClr val="tx2"/>
          </a:solidFill>
          <a:ln/>
        </p:spPr>
      </p:sp>
      <p:pic>
        <p:nvPicPr>
          <p:cNvPr id="12" name="Image 0" descr="FaBroom">    </p:cNvPr>
          <p:cNvPicPr>
            <a:picLocks noChangeAspect="1"/>
          </p:cNvPicPr>
          <p:nvPr/>
        </p:nvPicPr>
        <p:blipFill>
          <a:blip r:embed="rId1"/>
          <a:stretch>
            <a:fillRect/>
          </a:stretch>
        </p:blipFill>
        <p:spPr>
          <a:xfrm>
            <a:off x="833933" y="5131613"/>
            <a:ext cx="252374" cy="252374"/>
          </a:xfrm>
          <a:prstGeom prst="rect">
            <a:avLst/>
          </a:prstGeom>
        </p:spPr>
      </p:pic>
      <p:sp>
        <p:nvSpPr>
          <p:cNvPr id="13" name="Text 9"/>
          <p:cNvSpPr txBox="1"/>
          <p:nvPr/>
        </p:nvSpPr>
        <p:spPr>
          <a:xfrm>
            <a:off x="1371600" y="4892040"/>
            <a:ext cx="1737360" cy="731520"/>
          </a:xfrm>
          <a:prstGeom prst="rect">
            <a:avLst/>
          </a:prstGeom>
          <a:noFill/>
          <a:ln/>
        </p:spPr>
        <p:txBody>
          <a:bodyPr wrap="square" lIns="0" tIns="0" rIns="0" bIns="0" rtlCol="0" anchor="ctr"/>
          <a:lstStyle/>
          <a:p>
            <a:pPr indent="0" marL="0">
              <a:buNone/>
            </a:pPr>
            <a:r>
              <a:rPr lang="en-US" sz="1500" b="1" dirty="0">
                <a:solidFill>
                  <a:schemeClr val="tx2"/>
                </a:solidFill>
              </a:rPr>
              <a:t>렌즈 닦기</a:t>
            </a:r>
            <a:endParaRPr lang="en-US" sz="1500" dirty="0"/>
          </a:p>
        </p:txBody>
      </p:sp>
      <p:sp>
        <p:nvSpPr>
          <p:cNvPr id="14" name="Shape 10"/>
          <p:cNvSpPr/>
          <p:nvPr/>
        </p:nvSpPr>
        <p:spPr>
          <a:xfrm>
            <a:off x="3364992" y="4892040"/>
            <a:ext cx="2615184" cy="731520"/>
          </a:xfrm>
          <a:prstGeom prst="roundRect">
            <a:avLst>
              <a:gd name="adj" fmla="val 15000"/>
            </a:avLst>
          </a:prstGeom>
          <a:solidFill>
            <a:schemeClr val="accent6"/>
          </a:solidFill>
          <a:ln/>
        </p:spPr>
      </p:sp>
      <p:sp>
        <p:nvSpPr>
          <p:cNvPr id="15" name="Shape 11"/>
          <p:cNvSpPr/>
          <p:nvPr/>
        </p:nvSpPr>
        <p:spPr>
          <a:xfrm>
            <a:off x="3502152" y="4983480"/>
            <a:ext cx="548640" cy="548640"/>
          </a:xfrm>
          <a:prstGeom prst="ellipse">
            <a:avLst/>
          </a:prstGeom>
          <a:solidFill>
            <a:schemeClr val="tx2"/>
          </a:solidFill>
          <a:ln/>
        </p:spPr>
      </p:sp>
      <p:pic>
        <p:nvPicPr>
          <p:cNvPr id="16" name="Image 1" descr="FaSdCard">    </p:cNvPr>
          <p:cNvPicPr>
            <a:picLocks noChangeAspect="1"/>
          </p:cNvPicPr>
          <p:nvPr/>
        </p:nvPicPr>
        <p:blipFill>
          <a:blip r:embed="rId2"/>
          <a:stretch>
            <a:fillRect/>
          </a:stretch>
        </p:blipFill>
        <p:spPr>
          <a:xfrm>
            <a:off x="3650285" y="5131613"/>
            <a:ext cx="252374" cy="252374"/>
          </a:xfrm>
          <a:prstGeom prst="rect">
            <a:avLst/>
          </a:prstGeom>
        </p:spPr>
      </p:pic>
      <p:sp>
        <p:nvSpPr>
          <p:cNvPr id="17" name="Text 12"/>
          <p:cNvSpPr txBox="1"/>
          <p:nvPr/>
        </p:nvSpPr>
        <p:spPr>
          <a:xfrm>
            <a:off x="4187952" y="4892040"/>
            <a:ext cx="1737360" cy="731520"/>
          </a:xfrm>
          <a:prstGeom prst="rect">
            <a:avLst/>
          </a:prstGeom>
          <a:noFill/>
          <a:ln/>
        </p:spPr>
        <p:txBody>
          <a:bodyPr wrap="square" lIns="0" tIns="0" rIns="0" bIns="0" rtlCol="0" anchor="ctr"/>
          <a:lstStyle/>
          <a:p>
            <a:pPr indent="0" marL="0">
              <a:buNone/>
            </a:pPr>
            <a:r>
              <a:rPr lang="en-US" sz="1500" b="1" dirty="0">
                <a:solidFill>
                  <a:schemeClr val="tx2"/>
                </a:solidFill>
              </a:rPr>
              <a:t>저장공간 10GB+</a:t>
            </a:r>
            <a:endParaRPr lang="en-US" sz="1500" dirty="0"/>
          </a:p>
        </p:txBody>
      </p:sp>
      <p:sp>
        <p:nvSpPr>
          <p:cNvPr id="18" name="Shape 13"/>
          <p:cNvSpPr/>
          <p:nvPr/>
        </p:nvSpPr>
        <p:spPr>
          <a:xfrm>
            <a:off x="6181344" y="4892040"/>
            <a:ext cx="2615184" cy="731520"/>
          </a:xfrm>
          <a:prstGeom prst="roundRect">
            <a:avLst>
              <a:gd name="adj" fmla="val 15000"/>
            </a:avLst>
          </a:prstGeom>
          <a:solidFill>
            <a:schemeClr val="accent6"/>
          </a:solidFill>
          <a:ln/>
        </p:spPr>
      </p:sp>
      <p:sp>
        <p:nvSpPr>
          <p:cNvPr id="19" name="Shape 14"/>
          <p:cNvSpPr/>
          <p:nvPr/>
        </p:nvSpPr>
        <p:spPr>
          <a:xfrm>
            <a:off x="6318504" y="4983480"/>
            <a:ext cx="548640" cy="548640"/>
          </a:xfrm>
          <a:prstGeom prst="ellipse">
            <a:avLst/>
          </a:prstGeom>
          <a:solidFill>
            <a:schemeClr val="tx2"/>
          </a:solidFill>
          <a:ln/>
        </p:spPr>
      </p:sp>
      <p:pic>
        <p:nvPicPr>
          <p:cNvPr id="20" name="Image 2" descr="FaBellSlash">    </p:cNvPr>
          <p:cNvPicPr>
            <a:picLocks noChangeAspect="1"/>
          </p:cNvPicPr>
          <p:nvPr/>
        </p:nvPicPr>
        <p:blipFill>
          <a:blip r:embed="rId3"/>
          <a:stretch>
            <a:fillRect/>
          </a:stretch>
        </p:blipFill>
        <p:spPr>
          <a:xfrm>
            <a:off x="6466637" y="5131613"/>
            <a:ext cx="252374" cy="252374"/>
          </a:xfrm>
          <a:prstGeom prst="rect">
            <a:avLst/>
          </a:prstGeom>
        </p:spPr>
      </p:pic>
      <p:sp>
        <p:nvSpPr>
          <p:cNvPr id="21" name="Text 15"/>
          <p:cNvSpPr txBox="1"/>
          <p:nvPr/>
        </p:nvSpPr>
        <p:spPr>
          <a:xfrm>
            <a:off x="7004304" y="4892040"/>
            <a:ext cx="1737360" cy="731520"/>
          </a:xfrm>
          <a:prstGeom prst="rect">
            <a:avLst/>
          </a:prstGeom>
          <a:noFill/>
          <a:ln/>
        </p:spPr>
        <p:txBody>
          <a:bodyPr wrap="square" lIns="0" tIns="0" rIns="0" bIns="0" rtlCol="0" anchor="ctr"/>
          <a:lstStyle/>
          <a:p>
            <a:pPr indent="0" marL="0">
              <a:buNone/>
            </a:pPr>
            <a:r>
              <a:rPr lang="en-US" sz="1500" b="1" dirty="0">
                <a:solidFill>
                  <a:schemeClr val="tx2"/>
                </a:solidFill>
              </a:rPr>
              <a:t>방해 금지</a:t>
            </a:r>
            <a:endParaRPr lang="en-US" sz="1500" dirty="0"/>
          </a:p>
        </p:txBody>
      </p:sp>
      <p:sp>
        <p:nvSpPr>
          <p:cNvPr id="22" name="Shape 16"/>
          <p:cNvSpPr/>
          <p:nvPr/>
        </p:nvSpPr>
        <p:spPr>
          <a:xfrm>
            <a:off x="8997696" y="4892040"/>
            <a:ext cx="2615184" cy="731520"/>
          </a:xfrm>
          <a:prstGeom prst="roundRect">
            <a:avLst>
              <a:gd name="adj" fmla="val 15000"/>
            </a:avLst>
          </a:prstGeom>
          <a:solidFill>
            <a:schemeClr val="accent6"/>
          </a:solidFill>
          <a:ln/>
        </p:spPr>
      </p:sp>
      <p:sp>
        <p:nvSpPr>
          <p:cNvPr id="23" name="Shape 17"/>
          <p:cNvSpPr/>
          <p:nvPr/>
        </p:nvSpPr>
        <p:spPr>
          <a:xfrm>
            <a:off x="9134856" y="4983480"/>
            <a:ext cx="548640" cy="548640"/>
          </a:xfrm>
          <a:prstGeom prst="ellipse">
            <a:avLst/>
          </a:prstGeom>
          <a:solidFill>
            <a:schemeClr val="tx2"/>
          </a:solidFill>
          <a:ln/>
        </p:spPr>
      </p:sp>
      <p:pic>
        <p:nvPicPr>
          <p:cNvPr id="24" name="Image 3" descr="FaMobileAlt">    </p:cNvPr>
          <p:cNvPicPr>
            <a:picLocks noChangeAspect="1"/>
          </p:cNvPicPr>
          <p:nvPr/>
        </p:nvPicPr>
        <p:blipFill>
          <a:blip r:embed="rId4"/>
          <a:stretch>
            <a:fillRect/>
          </a:stretch>
        </p:blipFill>
        <p:spPr>
          <a:xfrm>
            <a:off x="9282989" y="5131613"/>
            <a:ext cx="252374" cy="252374"/>
          </a:xfrm>
          <a:prstGeom prst="rect">
            <a:avLst/>
          </a:prstGeom>
        </p:spPr>
      </p:pic>
      <p:sp>
        <p:nvSpPr>
          <p:cNvPr id="25" name="Text 18"/>
          <p:cNvSpPr txBox="1"/>
          <p:nvPr/>
        </p:nvSpPr>
        <p:spPr>
          <a:xfrm>
            <a:off x="9820656" y="4892040"/>
            <a:ext cx="1737360" cy="731520"/>
          </a:xfrm>
          <a:prstGeom prst="rect">
            <a:avLst/>
          </a:prstGeom>
          <a:noFill/>
          <a:ln/>
        </p:spPr>
        <p:txBody>
          <a:bodyPr wrap="square" lIns="0" tIns="0" rIns="0" bIns="0" rtlCol="0" anchor="ctr"/>
          <a:lstStyle/>
          <a:p>
            <a:pPr indent="0" marL="0">
              <a:buNone/>
            </a:pPr>
            <a:r>
              <a:rPr lang="en-US" sz="1500" b="1" dirty="0">
                <a:solidFill>
                  <a:schemeClr val="tx2"/>
                </a:solidFill>
              </a:rPr>
              <a:t>기본은 세로</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초점 · 노출 잠그기 (AE/AF 잠금)</a:t>
            </a:r>
            <a:endParaRPr lang="en-US" sz="3000" dirty="0"/>
          </a:p>
        </p:txBody>
      </p:sp>
      <p:sp>
        <p:nvSpPr>
          <p:cNvPr id="4" name="Shape 1"/>
          <p:cNvSpPr/>
          <p:nvPr/>
        </p:nvSpPr>
        <p:spPr>
          <a:xfrm>
            <a:off x="548640" y="1463040"/>
            <a:ext cx="5852160" cy="1005840"/>
          </a:xfrm>
          <a:prstGeom prst="roundRect">
            <a:avLst>
              <a:gd name="adj" fmla="val 10909"/>
            </a:avLst>
          </a:prstGeom>
          <a:solidFill>
            <a:schemeClr val="bg2"/>
          </a:solidFill>
          <a:ln/>
        </p:spPr>
      </p:sp>
      <p:sp>
        <p:nvSpPr>
          <p:cNvPr id="5" name="Shape 2"/>
          <p:cNvSpPr/>
          <p:nvPr/>
        </p:nvSpPr>
        <p:spPr>
          <a:xfrm>
            <a:off x="731520" y="1682496"/>
            <a:ext cx="566928" cy="566928"/>
          </a:xfrm>
          <a:prstGeom prst="ellipse">
            <a:avLst/>
          </a:prstGeom>
          <a:solidFill>
            <a:schemeClr val="accent2"/>
          </a:solidFill>
          <a:ln/>
        </p:spPr>
      </p:sp>
      <p:sp>
        <p:nvSpPr>
          <p:cNvPr id="6" name="Text 3"/>
          <p:cNvSpPr txBox="1"/>
          <p:nvPr/>
        </p:nvSpPr>
        <p:spPr>
          <a:xfrm>
            <a:off x="731520" y="168249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1527048" y="1591056"/>
            <a:ext cx="4645152" cy="384048"/>
          </a:xfrm>
          <a:prstGeom prst="rect">
            <a:avLst/>
          </a:prstGeom>
          <a:noFill/>
          <a:ln/>
        </p:spPr>
        <p:txBody>
          <a:bodyPr wrap="square" lIns="0" tIns="0" rIns="0" bIns="0" rtlCol="0" anchor="ctr"/>
          <a:lstStyle/>
          <a:p>
            <a:pPr indent="0" marL="0">
              <a:buNone/>
            </a:pPr>
            <a:r>
              <a:rPr lang="en-US" sz="1700" b="1" dirty="0">
                <a:solidFill>
                  <a:schemeClr val="tx2"/>
                </a:solidFill>
              </a:rPr>
              <a:t>대상을 길게 누르기</a:t>
            </a:r>
            <a:endParaRPr lang="en-US" sz="1700" dirty="0"/>
          </a:p>
        </p:txBody>
      </p:sp>
      <p:sp>
        <p:nvSpPr>
          <p:cNvPr id="8" name="Text 5"/>
          <p:cNvSpPr txBox="1"/>
          <p:nvPr/>
        </p:nvSpPr>
        <p:spPr>
          <a:xfrm>
            <a:off x="1527048" y="1975104"/>
            <a:ext cx="4645152" cy="402336"/>
          </a:xfrm>
          <a:prstGeom prst="rect">
            <a:avLst/>
          </a:prstGeom>
          <a:noFill/>
          <a:ln/>
        </p:spPr>
        <p:txBody>
          <a:bodyPr wrap="square" lIns="0" tIns="0" rIns="0" bIns="0" rtlCol="0" anchor="t"/>
          <a:lstStyle/>
          <a:p>
            <a:pPr indent="0" marL="0">
              <a:buNone/>
            </a:pPr>
            <a:r>
              <a:rPr lang="en-US" sz="1400" dirty="0">
                <a:solidFill>
                  <a:schemeClr val="tx1"/>
                </a:solidFill>
              </a:rPr>
              <a:t>화면에서 찍을 대상을 꾹</a:t>
            </a:r>
            <a:endParaRPr lang="en-US" sz="1400" dirty="0"/>
          </a:p>
        </p:txBody>
      </p:sp>
      <p:sp>
        <p:nvSpPr>
          <p:cNvPr id="9" name="Shape 6"/>
          <p:cNvSpPr/>
          <p:nvPr/>
        </p:nvSpPr>
        <p:spPr>
          <a:xfrm>
            <a:off x="548640" y="2651760"/>
            <a:ext cx="5852160" cy="1005840"/>
          </a:xfrm>
          <a:prstGeom prst="roundRect">
            <a:avLst>
              <a:gd name="adj" fmla="val 10909"/>
            </a:avLst>
          </a:prstGeom>
          <a:solidFill>
            <a:schemeClr val="bg2"/>
          </a:solidFill>
          <a:ln/>
        </p:spPr>
      </p:sp>
      <p:sp>
        <p:nvSpPr>
          <p:cNvPr id="10" name="Shape 7"/>
          <p:cNvSpPr/>
          <p:nvPr/>
        </p:nvSpPr>
        <p:spPr>
          <a:xfrm>
            <a:off x="731520" y="2871216"/>
            <a:ext cx="566928" cy="566928"/>
          </a:xfrm>
          <a:prstGeom prst="ellipse">
            <a:avLst/>
          </a:prstGeom>
          <a:solidFill>
            <a:schemeClr val="accent2"/>
          </a:solidFill>
          <a:ln/>
        </p:spPr>
      </p:sp>
      <p:sp>
        <p:nvSpPr>
          <p:cNvPr id="11" name="Text 8"/>
          <p:cNvSpPr txBox="1"/>
          <p:nvPr/>
        </p:nvSpPr>
        <p:spPr>
          <a:xfrm>
            <a:off x="731520" y="287121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527048" y="2779776"/>
            <a:ext cx="4645152" cy="384048"/>
          </a:xfrm>
          <a:prstGeom prst="rect">
            <a:avLst/>
          </a:prstGeom>
          <a:noFill/>
          <a:ln/>
        </p:spPr>
        <p:txBody>
          <a:bodyPr wrap="square" lIns="0" tIns="0" rIns="0" bIns="0" rtlCol="0" anchor="ctr"/>
          <a:lstStyle/>
          <a:p>
            <a:pPr indent="0" marL="0">
              <a:buNone/>
            </a:pPr>
            <a:r>
              <a:rPr lang="en-US" sz="1700" b="1" dirty="0">
                <a:solidFill>
                  <a:schemeClr val="tx2"/>
                </a:solidFill>
              </a:rPr>
              <a:t>잠금 표시 확인</a:t>
            </a:r>
            <a:endParaRPr lang="en-US" sz="1700" dirty="0"/>
          </a:p>
        </p:txBody>
      </p:sp>
      <p:sp>
        <p:nvSpPr>
          <p:cNvPr id="13" name="Text 10"/>
          <p:cNvSpPr txBox="1"/>
          <p:nvPr/>
        </p:nvSpPr>
        <p:spPr>
          <a:xfrm>
            <a:off x="1527048" y="3163824"/>
            <a:ext cx="4645152" cy="402336"/>
          </a:xfrm>
          <a:prstGeom prst="rect">
            <a:avLst/>
          </a:prstGeom>
          <a:noFill/>
          <a:ln/>
        </p:spPr>
        <p:txBody>
          <a:bodyPr wrap="square" lIns="0" tIns="0" rIns="0" bIns="0" rtlCol="0" anchor="t"/>
          <a:lstStyle/>
          <a:p>
            <a:pPr indent="0" marL="0">
              <a:buNone/>
            </a:pPr>
            <a:r>
              <a:rPr lang="en-US" sz="1400" dirty="0">
                <a:solidFill>
                  <a:schemeClr val="tx1"/>
                </a:solidFill>
              </a:rPr>
              <a:t>아이폰 AE/AF 잠금 · 갤럭시 자물쇠</a:t>
            </a:r>
            <a:endParaRPr lang="en-US" sz="1400" dirty="0"/>
          </a:p>
        </p:txBody>
      </p:sp>
      <p:sp>
        <p:nvSpPr>
          <p:cNvPr id="14" name="Shape 11"/>
          <p:cNvSpPr/>
          <p:nvPr/>
        </p:nvSpPr>
        <p:spPr>
          <a:xfrm>
            <a:off x="548640" y="3840480"/>
            <a:ext cx="5852160" cy="1005840"/>
          </a:xfrm>
          <a:prstGeom prst="roundRect">
            <a:avLst>
              <a:gd name="adj" fmla="val 10909"/>
            </a:avLst>
          </a:prstGeom>
          <a:solidFill>
            <a:schemeClr val="bg2"/>
          </a:solidFill>
          <a:ln/>
        </p:spPr>
      </p:sp>
      <p:sp>
        <p:nvSpPr>
          <p:cNvPr id="15" name="Shape 12"/>
          <p:cNvSpPr/>
          <p:nvPr/>
        </p:nvSpPr>
        <p:spPr>
          <a:xfrm>
            <a:off x="731520" y="4059936"/>
            <a:ext cx="566928" cy="566928"/>
          </a:xfrm>
          <a:prstGeom prst="ellipse">
            <a:avLst/>
          </a:prstGeom>
          <a:solidFill>
            <a:schemeClr val="accent2"/>
          </a:solidFill>
          <a:ln/>
        </p:spPr>
      </p:sp>
      <p:sp>
        <p:nvSpPr>
          <p:cNvPr id="16" name="Text 13"/>
          <p:cNvSpPr txBox="1"/>
          <p:nvPr/>
        </p:nvSpPr>
        <p:spPr>
          <a:xfrm>
            <a:off x="731520" y="405993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7" name="Text 14"/>
          <p:cNvSpPr txBox="1"/>
          <p:nvPr/>
        </p:nvSpPr>
        <p:spPr>
          <a:xfrm>
            <a:off x="1527048" y="3968496"/>
            <a:ext cx="4645152" cy="384048"/>
          </a:xfrm>
          <a:prstGeom prst="rect">
            <a:avLst/>
          </a:prstGeom>
          <a:noFill/>
          <a:ln/>
        </p:spPr>
        <p:txBody>
          <a:bodyPr wrap="square" lIns="0" tIns="0" rIns="0" bIns="0" rtlCol="0" anchor="ctr"/>
          <a:lstStyle/>
          <a:p>
            <a:pPr indent="0" marL="0">
              <a:buNone/>
            </a:pPr>
            <a:r>
              <a:rPr lang="en-US" sz="1700" b="1" dirty="0">
                <a:solidFill>
                  <a:schemeClr val="tx2"/>
                </a:solidFill>
              </a:rPr>
              <a:t>밝기 막대 조절</a:t>
            </a:r>
            <a:endParaRPr lang="en-US" sz="1700" dirty="0"/>
          </a:p>
        </p:txBody>
      </p:sp>
      <p:sp>
        <p:nvSpPr>
          <p:cNvPr id="18" name="Text 15"/>
          <p:cNvSpPr txBox="1"/>
          <p:nvPr/>
        </p:nvSpPr>
        <p:spPr>
          <a:xfrm>
            <a:off x="1527048" y="4352544"/>
            <a:ext cx="4645152" cy="402336"/>
          </a:xfrm>
          <a:prstGeom prst="rect">
            <a:avLst/>
          </a:prstGeom>
          <a:noFill/>
          <a:ln/>
        </p:spPr>
        <p:txBody>
          <a:bodyPr wrap="square" lIns="0" tIns="0" rIns="0" bIns="0" rtlCol="0" anchor="t"/>
          <a:lstStyle/>
          <a:p>
            <a:pPr indent="0" marL="0">
              <a:buNone/>
            </a:pPr>
            <a:r>
              <a:rPr lang="en-US" sz="1400" dirty="0">
                <a:solidFill>
                  <a:schemeClr val="tx1"/>
                </a:solidFill>
              </a:rPr>
              <a:t>위아래로 밀어 원하는 밝기</a:t>
            </a:r>
            <a:endParaRPr lang="en-US" sz="1400" dirty="0"/>
          </a:p>
        </p:txBody>
      </p:sp>
      <p:sp>
        <p:nvSpPr>
          <p:cNvPr id="19" name="Shape 16"/>
          <p:cNvSpPr/>
          <p:nvPr/>
        </p:nvSpPr>
        <p:spPr>
          <a:xfrm>
            <a:off x="6675120" y="1463040"/>
            <a:ext cx="4937760" cy="3383280"/>
          </a:xfrm>
          <a:prstGeom prst="roundRect">
            <a:avLst>
              <a:gd name="adj" fmla="val 3243"/>
            </a:avLst>
          </a:prstGeom>
          <a:solidFill>
            <a:schemeClr val="tx2"/>
          </a:solidFill>
          <a:ln/>
        </p:spPr>
      </p:sp>
      <p:sp>
        <p:nvSpPr>
          <p:cNvPr id="20" name="Text 17"/>
          <p:cNvSpPr txBox="1"/>
          <p:nvPr/>
        </p:nvSpPr>
        <p:spPr>
          <a:xfrm>
            <a:off x="6949440" y="1691640"/>
            <a:ext cx="4389120" cy="411480"/>
          </a:xfrm>
          <a:prstGeom prst="rect">
            <a:avLst/>
          </a:prstGeom>
          <a:noFill/>
          <a:ln/>
        </p:spPr>
        <p:txBody>
          <a:bodyPr wrap="square" lIns="0" tIns="0" rIns="0" bIns="0" rtlCol="0" anchor="t"/>
          <a:lstStyle/>
          <a:p>
            <a:pPr indent="0" marL="0">
              <a:buNone/>
            </a:pPr>
            <a:r>
              <a:rPr lang="en-US" sz="1800" dirty="0">
                <a:solidFill>
                  <a:schemeClr val="accent6"/>
                </a:solidFill>
              </a:rPr>
              <a:t>잠그지 않으면</a:t>
            </a:r>
            <a:endParaRPr lang="en-US" sz="1800" dirty="0"/>
          </a:p>
        </p:txBody>
      </p:sp>
      <p:sp>
        <p:nvSpPr>
          <p:cNvPr id="21" name="Text 18"/>
          <p:cNvSpPr txBox="1"/>
          <p:nvPr/>
        </p:nvSpPr>
        <p:spPr>
          <a:xfrm>
            <a:off x="6949440" y="2148840"/>
            <a:ext cx="4389120" cy="1097280"/>
          </a:xfrm>
          <a:prstGeom prst="rect">
            <a:avLst/>
          </a:prstGeom>
          <a:noFill/>
          <a:ln/>
        </p:spPr>
        <p:txBody>
          <a:bodyPr wrap="square" lIns="0" tIns="0" rIns="0" bIns="0" rtlCol="0" anchor="t"/>
          <a:lstStyle/>
          <a:p>
            <a:pPr indent="0" marL="0">
              <a:buNone/>
            </a:pPr>
            <a:r>
              <a:rPr lang="en-US" sz="2000" b="1" dirty="0">
                <a:solidFill>
                  <a:schemeClr val="bg1"/>
                </a:solidFill>
              </a:rPr>
              <a:t>사람이 지나갈 때마다</a:t>
            </a:r>
            <a:endParaRPr lang="en-US" sz="2000" dirty="0"/>
          </a:p>
          <a:p>
            <a:pPr indent="0" marL="0">
              <a:buNone/>
            </a:pPr>
            <a:r>
              <a:rPr lang="en-US" sz="2000" b="1" dirty="0">
                <a:solidFill>
                  <a:schemeClr val="bg1"/>
                </a:solidFill>
              </a:rPr>
              <a:t>밝기와 초점이 출렁입니다</a:t>
            </a:r>
            <a:endParaRPr lang="en-US" sz="2000" dirty="0"/>
          </a:p>
        </p:txBody>
      </p:sp>
      <p:sp>
        <p:nvSpPr>
          <p:cNvPr id="22" name="Text 19"/>
          <p:cNvSpPr txBox="1"/>
          <p:nvPr/>
        </p:nvSpPr>
        <p:spPr>
          <a:xfrm>
            <a:off x="6949440" y="3931920"/>
            <a:ext cx="4389120" cy="548640"/>
          </a:xfrm>
          <a:prstGeom prst="rect">
            <a:avLst/>
          </a:prstGeom>
          <a:noFill/>
          <a:ln/>
        </p:spPr>
        <p:txBody>
          <a:bodyPr wrap="square" lIns="0" tIns="0" rIns="0" bIns="0" rtlCol="0" anchor="t"/>
          <a:lstStyle/>
          <a:p>
            <a:pPr indent="0" marL="0">
              <a:buNone/>
            </a:pPr>
            <a:r>
              <a:rPr lang="en-US" sz="1600" b="1" dirty="0">
                <a:solidFill>
                  <a:schemeClr val="accent1"/>
                </a:solidFill>
              </a:rPr>
              <a:t>→ 가장 쉬운 프로와 아마추어의 차이</a:t>
            </a:r>
            <a:endParaRPr lang="en-US" sz="1600" dirty="0"/>
          </a:p>
        </p:txBody>
      </p:sp>
      <p:sp>
        <p:nvSpPr>
          <p:cNvPr id="23" name="Shape 20"/>
          <p:cNvSpPr/>
          <p:nvPr/>
        </p:nvSpPr>
        <p:spPr>
          <a:xfrm>
            <a:off x="548640" y="5120640"/>
            <a:ext cx="11064240" cy="502920"/>
          </a:xfrm>
          <a:prstGeom prst="roundRect">
            <a:avLst>
              <a:gd name="adj" fmla="val 18182"/>
            </a:avLst>
          </a:prstGeom>
          <a:solidFill>
            <a:schemeClr val="accent6"/>
          </a:solidFill>
          <a:ln/>
        </p:spPr>
      </p:sp>
      <p:sp>
        <p:nvSpPr>
          <p:cNvPr id="24" name="Text 21"/>
          <p:cNvSpPr txBox="1"/>
          <p:nvPr/>
        </p:nvSpPr>
        <p:spPr>
          <a:xfrm>
            <a:off x="777240" y="512064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다음 실습부터 모든 촬영은 '잠그고' 찍습니다</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실습 · 비교 클립 두 쌍 (15분)</a:t>
            </a:r>
            <a:endParaRPr lang="en-US" sz="3000" dirty="0"/>
          </a:p>
        </p:txBody>
      </p:sp>
      <p:sp>
        <p:nvSpPr>
          <p:cNvPr id="4" name="Shape 1"/>
          <p:cNvSpPr/>
          <p:nvPr/>
        </p:nvSpPr>
        <p:spPr>
          <a:xfrm>
            <a:off x="548640" y="1463040"/>
            <a:ext cx="3566160" cy="3291840"/>
          </a:xfrm>
          <a:prstGeom prst="roundRect">
            <a:avLst>
              <a:gd name="adj" fmla="val 3333"/>
            </a:avLst>
          </a:prstGeom>
          <a:solidFill>
            <a:schemeClr val="bg2"/>
          </a:solidFill>
          <a:ln/>
        </p:spPr>
      </p:sp>
      <p:sp>
        <p:nvSpPr>
          <p:cNvPr id="5" name="Shape 2"/>
          <p:cNvSpPr/>
          <p:nvPr/>
        </p:nvSpPr>
        <p:spPr>
          <a:xfrm>
            <a:off x="777240" y="1691640"/>
            <a:ext cx="566928" cy="566928"/>
          </a:xfrm>
          <a:prstGeom prst="ellipse">
            <a:avLst/>
          </a:prstGeom>
          <a:solidFill>
            <a:schemeClr val="accent3"/>
          </a:solidFill>
          <a:ln/>
        </p:spPr>
      </p:sp>
      <p:pic>
        <p:nvPicPr>
          <p:cNvPr id="6" name="Image 0" descr="FaTachometerAlt">    </p:cNvPr>
          <p:cNvPicPr>
            <a:picLocks noChangeAspect="1"/>
          </p:cNvPicPr>
          <p:nvPr/>
        </p:nvPicPr>
        <p:blipFill>
          <a:blip r:embed="rId1"/>
          <a:stretch>
            <a:fillRect/>
          </a:stretch>
        </p:blipFill>
        <p:spPr>
          <a:xfrm>
            <a:off x="930311" y="1844711"/>
            <a:ext cx="260787" cy="260787"/>
          </a:xfrm>
          <a:prstGeom prst="rect">
            <a:avLst/>
          </a:prstGeom>
        </p:spPr>
      </p:pic>
      <p:sp>
        <p:nvSpPr>
          <p:cNvPr id="7" name="Text 3"/>
          <p:cNvSpPr txBox="1"/>
          <p:nvPr/>
        </p:nvSpPr>
        <p:spPr>
          <a:xfrm>
            <a:off x="777240" y="2395728"/>
            <a:ext cx="3108960" cy="411480"/>
          </a:xfrm>
          <a:prstGeom prst="rect">
            <a:avLst/>
          </a:prstGeom>
          <a:noFill/>
          <a:ln/>
        </p:spPr>
        <p:txBody>
          <a:bodyPr wrap="square" lIns="0" tIns="0" rIns="0" bIns="0" rtlCol="0" anchor="t"/>
          <a:lstStyle/>
          <a:p>
            <a:pPr indent="0" marL="0">
              <a:buNone/>
            </a:pPr>
            <a:r>
              <a:rPr lang="en-US" sz="1900" b="1" dirty="0">
                <a:solidFill>
                  <a:schemeClr val="tx2"/>
                </a:solidFill>
              </a:rPr>
              <a:t>30fps vs 60fps</a:t>
            </a:r>
            <a:endParaRPr lang="en-US" sz="1900" dirty="0"/>
          </a:p>
        </p:txBody>
      </p:sp>
      <p:sp>
        <p:nvSpPr>
          <p:cNvPr id="8" name="Text 4"/>
          <p:cNvSpPr txBox="1"/>
          <p:nvPr/>
        </p:nvSpPr>
        <p:spPr>
          <a:xfrm>
            <a:off x="777240" y="2825496"/>
            <a:ext cx="3108960" cy="1746504"/>
          </a:xfrm>
          <a:prstGeom prst="rect">
            <a:avLst/>
          </a:prstGeom>
          <a:noFill/>
          <a:ln/>
        </p:spPr>
        <p:txBody>
          <a:bodyPr wrap="square" lIns="0" tIns="0" rIns="0" bIns="0" rtlCol="0" anchor="t"/>
          <a:lstStyle/>
          <a:p>
            <a:pPr indent="0" marL="0">
              <a:buNone/>
            </a:pPr>
            <a:r>
              <a:rPr lang="en-US" sz="1500" dirty="0">
                <a:solidFill>
                  <a:schemeClr val="tx1"/>
                </a:solidFill>
              </a:rPr>
              <a:t>머리 넘기기, 물 따르기</a:t>
            </a:r>
            <a:endParaRPr lang="en-US" sz="1500" dirty="0"/>
          </a:p>
          <a:p>
            <a:pPr indent="0" marL="0">
              <a:buNone/>
            </a:pPr>
            <a:r>
              <a:rPr lang="en-US" sz="1500" dirty="0">
                <a:solidFill>
                  <a:schemeClr val="tx1"/>
                </a:solidFill>
              </a:rPr>
              <a:t>같은 동작을 두 번</a:t>
            </a:r>
            <a:endParaRPr lang="en-US" sz="1500" dirty="0"/>
          </a:p>
        </p:txBody>
      </p:sp>
      <p:sp>
        <p:nvSpPr>
          <p:cNvPr id="9" name="Shape 5"/>
          <p:cNvSpPr/>
          <p:nvPr/>
        </p:nvSpPr>
        <p:spPr>
          <a:xfrm>
            <a:off x="4297680" y="1463040"/>
            <a:ext cx="3566160" cy="3291840"/>
          </a:xfrm>
          <a:prstGeom prst="roundRect">
            <a:avLst>
              <a:gd name="adj" fmla="val 3333"/>
            </a:avLst>
          </a:prstGeom>
          <a:solidFill>
            <a:schemeClr val="bg2"/>
          </a:solidFill>
          <a:ln/>
        </p:spPr>
      </p:sp>
      <p:sp>
        <p:nvSpPr>
          <p:cNvPr id="10" name="Shape 6"/>
          <p:cNvSpPr/>
          <p:nvPr/>
        </p:nvSpPr>
        <p:spPr>
          <a:xfrm>
            <a:off x="4526280" y="1691640"/>
            <a:ext cx="566928" cy="566928"/>
          </a:xfrm>
          <a:prstGeom prst="ellipse">
            <a:avLst/>
          </a:prstGeom>
          <a:solidFill>
            <a:schemeClr val="accent2"/>
          </a:solidFill>
          <a:ln/>
        </p:spPr>
      </p:sp>
      <p:pic>
        <p:nvPicPr>
          <p:cNvPr id="11" name="Image 1" descr="FaLock">    </p:cNvPr>
          <p:cNvPicPr>
            <a:picLocks noChangeAspect="1"/>
          </p:cNvPicPr>
          <p:nvPr/>
        </p:nvPicPr>
        <p:blipFill>
          <a:blip r:embed="rId2"/>
          <a:stretch>
            <a:fillRect/>
          </a:stretch>
        </p:blipFill>
        <p:spPr>
          <a:xfrm>
            <a:off x="4679351" y="1844711"/>
            <a:ext cx="260787" cy="260787"/>
          </a:xfrm>
          <a:prstGeom prst="rect">
            <a:avLst/>
          </a:prstGeom>
        </p:spPr>
      </p:pic>
      <p:sp>
        <p:nvSpPr>
          <p:cNvPr id="12" name="Text 7"/>
          <p:cNvSpPr txBox="1"/>
          <p:nvPr/>
        </p:nvSpPr>
        <p:spPr>
          <a:xfrm>
            <a:off x="4526280" y="2395728"/>
            <a:ext cx="3108960" cy="411480"/>
          </a:xfrm>
          <a:prstGeom prst="rect">
            <a:avLst/>
          </a:prstGeom>
          <a:noFill/>
          <a:ln/>
        </p:spPr>
        <p:txBody>
          <a:bodyPr wrap="square" lIns="0" tIns="0" rIns="0" bIns="0" rtlCol="0" anchor="t"/>
          <a:lstStyle/>
          <a:p>
            <a:pPr indent="0" marL="0">
              <a:buNone/>
            </a:pPr>
            <a:r>
              <a:rPr lang="en-US" sz="1900" b="1" dirty="0">
                <a:solidFill>
                  <a:schemeClr val="tx2"/>
                </a:solidFill>
              </a:rPr>
              <a:t>잠금 없이 vs 잠금</a:t>
            </a:r>
            <a:endParaRPr lang="en-US" sz="1900" dirty="0"/>
          </a:p>
        </p:txBody>
      </p:sp>
      <p:sp>
        <p:nvSpPr>
          <p:cNvPr id="13" name="Text 8"/>
          <p:cNvSpPr txBox="1"/>
          <p:nvPr/>
        </p:nvSpPr>
        <p:spPr>
          <a:xfrm>
            <a:off x="4526280" y="2825496"/>
            <a:ext cx="3108960" cy="1746504"/>
          </a:xfrm>
          <a:prstGeom prst="rect">
            <a:avLst/>
          </a:prstGeom>
          <a:noFill/>
          <a:ln/>
        </p:spPr>
        <p:txBody>
          <a:bodyPr wrap="square" lIns="0" tIns="0" rIns="0" bIns="0" rtlCol="0" anchor="t"/>
          <a:lstStyle/>
          <a:p>
            <a:pPr indent="0" marL="0">
              <a:buNone/>
            </a:pPr>
            <a:r>
              <a:rPr lang="en-US" sz="1500" dirty="0">
                <a:solidFill>
                  <a:schemeClr val="tx1"/>
                </a:solidFill>
              </a:rPr>
              <a:t>창가를 지나가며 찍기</a:t>
            </a:r>
            <a:endParaRPr lang="en-US" sz="1500" dirty="0"/>
          </a:p>
          <a:p>
            <a:pPr indent="0" marL="0">
              <a:buNone/>
            </a:pPr>
            <a:r>
              <a:rPr lang="en-US" sz="1500" dirty="0">
                <a:solidFill>
                  <a:schemeClr val="tx1"/>
                </a:solidFill>
              </a:rPr>
              <a:t>밝기 출렁임 비교</a:t>
            </a:r>
            <a:endParaRPr lang="en-US" sz="1500" dirty="0"/>
          </a:p>
        </p:txBody>
      </p:sp>
      <p:sp>
        <p:nvSpPr>
          <p:cNvPr id="14" name="Shape 9"/>
          <p:cNvSpPr/>
          <p:nvPr/>
        </p:nvSpPr>
        <p:spPr>
          <a:xfrm>
            <a:off x="8046720" y="1463040"/>
            <a:ext cx="3566160" cy="3291840"/>
          </a:xfrm>
          <a:prstGeom prst="roundRect">
            <a:avLst>
              <a:gd name="adj" fmla="val 3333"/>
            </a:avLst>
          </a:prstGeom>
          <a:solidFill>
            <a:schemeClr val="accent6"/>
          </a:solidFill>
          <a:ln/>
        </p:spPr>
      </p:sp>
      <p:sp>
        <p:nvSpPr>
          <p:cNvPr id="15" name="Text 10"/>
          <p:cNvSpPr txBox="1"/>
          <p:nvPr/>
        </p:nvSpPr>
        <p:spPr>
          <a:xfrm>
            <a:off x="8275320" y="1691640"/>
            <a:ext cx="3108960" cy="365760"/>
          </a:xfrm>
          <a:prstGeom prst="rect">
            <a:avLst/>
          </a:prstGeom>
          <a:noFill/>
          <a:ln/>
        </p:spPr>
        <p:txBody>
          <a:bodyPr wrap="square" lIns="0" tIns="0" rIns="0" bIns="0" rtlCol="0" anchor="t"/>
          <a:lstStyle/>
          <a:p>
            <a:pPr indent="0" marL="0">
              <a:buNone/>
            </a:pPr>
            <a:r>
              <a:rPr lang="en-US" sz="1800" b="1" dirty="0">
                <a:solidFill>
                  <a:schemeClr val="accent3"/>
                </a:solidFill>
              </a:rPr>
              <a:t>도전 미션</a:t>
            </a:r>
            <a:endParaRPr lang="en-US" sz="1800" dirty="0"/>
          </a:p>
        </p:txBody>
      </p:sp>
      <p:sp>
        <p:nvSpPr>
          <p:cNvPr id="16" name="Text 11"/>
          <p:cNvSpPr txBox="1"/>
          <p:nvPr/>
        </p:nvSpPr>
        <p:spPr>
          <a:xfrm>
            <a:off x="8275320" y="2148840"/>
            <a:ext cx="3108960" cy="2377440"/>
          </a:xfrm>
          <a:prstGeom prst="rect">
            <a:avLst/>
          </a:prstGeom>
          <a:noFill/>
          <a:ln/>
        </p:spPr>
        <p:txBody>
          <a:bodyPr wrap="square" lIns="0" tIns="0" rIns="0" bIns="0" rtlCol="0" anchor="t"/>
          <a:lstStyle/>
          <a:p>
            <a:pPr indent="0" marL="0">
              <a:buNone/>
            </a:pPr>
            <a:r>
              <a:rPr lang="en-US" sz="1500" dirty="0">
                <a:solidFill>
                  <a:schemeClr val="tx2"/>
                </a:solidFill>
              </a:rPr>
              <a:t>갤럭시 프로 동영상으로</a:t>
            </a:r>
            <a:endParaRPr lang="en-US" sz="1500" dirty="0"/>
          </a:p>
          <a:p>
            <a:pPr indent="0" marL="0">
              <a:buNone/>
            </a:pPr>
            <a:r>
              <a:rPr lang="en-US" sz="1500" dirty="0">
                <a:solidFill>
                  <a:schemeClr val="tx2"/>
                </a:solidFill>
              </a:rPr>
              <a:t>셔터 1/60 vs 1/1000</a:t>
            </a:r>
            <a:endParaRPr lang="en-US" sz="1500" dirty="0"/>
          </a:p>
          <a:p>
            <a:pPr indent="0" marL="0">
              <a:buNone/>
            </a:pPr>
            <a:endParaRPr lang="en-US" sz="1500" dirty="0"/>
          </a:p>
          <a:p>
            <a:pPr indent="0" marL="0">
              <a:buNone/>
            </a:pPr>
            <a:r>
              <a:rPr lang="en-US" sz="1500" dirty="0">
                <a:solidFill>
                  <a:schemeClr val="tx2"/>
                </a:solidFill>
              </a:rPr>
              <a:t>아이폰은 수동 앱으로</a:t>
            </a:r>
            <a:endParaRPr lang="en-US" sz="1500" dirty="0"/>
          </a:p>
        </p:txBody>
      </p:sp>
      <p:sp>
        <p:nvSpPr>
          <p:cNvPr id="17" name="Shape 12"/>
          <p:cNvSpPr/>
          <p:nvPr/>
        </p:nvSpPr>
        <p:spPr>
          <a:xfrm>
            <a:off x="548640" y="5074920"/>
            <a:ext cx="11064240" cy="502920"/>
          </a:xfrm>
          <a:prstGeom prst="roundRect">
            <a:avLst>
              <a:gd name="adj" fmla="val 18182"/>
            </a:avLst>
          </a:prstGeom>
          <a:solidFill>
            <a:schemeClr val="accent6"/>
          </a:solidFill>
          <a:ln/>
        </p:spPr>
      </p:sp>
      <p:sp>
        <p:nvSpPr>
          <p:cNvPr id="18" name="Text 13"/>
          <p:cNvSpPr txBox="1"/>
          <p:nvPr/>
        </p:nvSpPr>
        <p:spPr>
          <a:xfrm>
            <a:off x="777240" y="507492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찍은 클립은 드라이브 '1회차/4교시'로. 60fps 클립은 3회차 편집에서 슬로모션으로 씁니다</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868680" y="2377440"/>
            <a:ext cx="1463040" cy="1463040"/>
          </a:xfrm>
          <a:prstGeom prst="ellipse">
            <a:avLst/>
          </a:prstGeom>
          <a:solidFill>
            <a:schemeClr val="accent1"/>
          </a:solidFill>
          <a:ln/>
        </p:spPr>
      </p:sp>
      <p:sp>
        <p:nvSpPr>
          <p:cNvPr id="3" name="Text 1"/>
          <p:cNvSpPr txBox="1"/>
          <p:nvPr/>
        </p:nvSpPr>
        <p:spPr>
          <a:xfrm>
            <a:off x="868680" y="2377440"/>
            <a:ext cx="1463040" cy="1463040"/>
          </a:xfrm>
          <a:prstGeom prst="rect">
            <a:avLst/>
          </a:prstGeom>
          <a:noFill/>
          <a:ln/>
        </p:spPr>
        <p:txBody>
          <a:bodyPr wrap="square" lIns="0" tIns="0" rIns="0" bIns="0" rtlCol="0" anchor="ctr"/>
          <a:lstStyle/>
          <a:p>
            <a:pPr algn="ctr" indent="0" marL="0">
              <a:buNone/>
            </a:pPr>
            <a:r>
              <a:rPr lang="en-US" sz="6000" b="1" dirty="0">
                <a:solidFill>
                  <a:schemeClr val="tx2"/>
                </a:solidFill>
              </a:rPr>
              <a:t>5</a:t>
            </a:r>
            <a:endParaRPr lang="en-US" sz="6000" dirty="0"/>
          </a:p>
        </p:txBody>
      </p:sp>
      <p:sp>
        <p:nvSpPr>
          <p:cNvPr id="4" name="Text 2"/>
          <p:cNvSpPr txBox="1"/>
          <p:nvPr/>
        </p:nvSpPr>
        <p:spPr>
          <a:xfrm>
            <a:off x="868680" y="3931920"/>
            <a:ext cx="1463040" cy="365760"/>
          </a:xfrm>
          <a:prstGeom prst="rect">
            <a:avLst/>
          </a:prstGeom>
          <a:noFill/>
          <a:ln/>
        </p:spPr>
        <p:txBody>
          <a:bodyPr wrap="square" lIns="0" tIns="0" rIns="0" bIns="0" rtlCol="0" anchor="t"/>
          <a:lstStyle/>
          <a:p>
            <a:pPr algn="ctr" indent="0" marL="0">
              <a:buNone/>
            </a:pPr>
            <a:r>
              <a:rPr lang="en-US" sz="1600" dirty="0">
                <a:solidFill>
                  <a:schemeClr val="accent6"/>
                </a:solidFill>
              </a:rPr>
              <a:t>교시</a:t>
            </a:r>
            <a:endParaRPr lang="en-US" sz="1600" dirty="0"/>
          </a:p>
        </p:txBody>
      </p:sp>
      <p:sp>
        <p:nvSpPr>
          <p:cNvPr id="5" name="Text 0"/>
          <p:cNvSpPr/>
          <p:nvPr>
            <p:ph idx="100" type="title" hasCustomPrompt="1"/>
          </p:nvPr>
        </p:nvSpPr>
        <p:spPr>
          <a:xfrm>
            <a:off x="2743200" y="2331720"/>
            <a:ext cx="8778240" cy="1188720"/>
          </a:xfrm>
          <a:prstGeom prst="rect">
            <a:avLst/>
          </a:prstGeom>
          <a:noFill/>
          <a:ln/>
        </p:spPr>
        <p:txBody>
          <a:bodyPr wrap="square" lIns="0" tIns="0" rIns="0" bIns="0" rtlCol="0" anchor="b"/>
          <a:lstStyle/>
          <a:p>
            <a:pPr algn="l" indent="0" marL="0">
              <a:buNone/>
            </a:pPr>
            <a:r>
              <a:rPr lang="en-US" sz="4000" b="1" dirty="0">
                <a:solidFill>
                  <a:schemeClr val="bg1"/>
                </a:solidFill>
              </a:rPr>
              <a:t>화면의 언어와 빛</a:t>
            </a:r>
            <a:endParaRPr lang="en-US" sz="4000" dirty="0"/>
          </a:p>
        </p:txBody>
      </p:sp>
      <p:sp>
        <p:nvSpPr>
          <p:cNvPr id="6" name="Text 0"/>
          <p:cNvSpPr/>
          <p:nvPr>
            <p:ph idx="101" type="body" hasCustomPrompt="1"/>
          </p:nvPr>
        </p:nvSpPr>
        <p:spPr>
          <a:xfrm>
            <a:off x="2743200" y="3611880"/>
            <a:ext cx="8778240" cy="1097280"/>
          </a:xfrm>
          <a:prstGeom prst="rect">
            <a:avLst/>
          </a:prstGeom>
          <a:noFill/>
          <a:ln/>
        </p:spPr>
        <p:txBody>
          <a:bodyPr wrap="square" lIns="0" tIns="0" rIns="0" bIns="0" rtlCol="0" anchor="t"/>
          <a:lstStyle/>
          <a:p>
            <a:pPr algn="l" indent="0" marL="0">
              <a:buNone/>
            </a:pPr>
            <a:r>
              <a:rPr lang="en-US" sz="1800" dirty="0">
                <a:solidFill>
                  <a:schemeClr val="accent6"/>
                </a:solidFill>
              </a:rPr>
              <a:t>14:40–15:30 · 얼마나 가까이, 어디서, 화면 어디에, 어떤 빛으로</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샷 크기: 얼마나 가까이 찍느냐가 말을 정한다</a:t>
            </a:r>
            <a:endParaRPr lang="en-US" sz="3000" dirty="0"/>
          </a:p>
        </p:txBody>
      </p:sp>
      <p:sp>
        <p:nvSpPr>
          <p:cNvPr id="4" name="Shape 1"/>
          <p:cNvSpPr/>
          <p:nvPr/>
        </p:nvSpPr>
        <p:spPr>
          <a:xfrm>
            <a:off x="1810512" y="1463040"/>
            <a:ext cx="585216" cy="658368"/>
          </a:xfrm>
          <a:prstGeom prst="ellipse">
            <a:avLst/>
          </a:prstGeom>
          <a:solidFill>
            <a:schemeClr val="tx2"/>
          </a:solidFill>
          <a:ln/>
        </p:spPr>
      </p:sp>
      <p:sp>
        <p:nvSpPr>
          <p:cNvPr id="5" name="Shape 2"/>
          <p:cNvSpPr/>
          <p:nvPr/>
        </p:nvSpPr>
        <p:spPr>
          <a:xfrm>
            <a:off x="1508760" y="2194560"/>
            <a:ext cx="1188720" cy="1325880"/>
          </a:xfrm>
          <a:prstGeom prst="roundRect">
            <a:avLst>
              <a:gd name="adj" fmla="val 16923"/>
            </a:avLst>
          </a:prstGeom>
          <a:solidFill>
            <a:schemeClr val="tx2"/>
          </a:solidFill>
          <a:ln/>
        </p:spPr>
      </p:sp>
      <p:sp>
        <p:nvSpPr>
          <p:cNvPr id="6" name="Shape 3"/>
          <p:cNvSpPr/>
          <p:nvPr/>
        </p:nvSpPr>
        <p:spPr>
          <a:xfrm>
            <a:off x="1627632" y="3429000"/>
            <a:ext cx="402336" cy="1417320"/>
          </a:xfrm>
          <a:prstGeom prst="rect">
            <a:avLst/>
          </a:prstGeom>
          <a:solidFill>
            <a:schemeClr val="tx2"/>
          </a:solidFill>
          <a:ln/>
        </p:spPr>
      </p:sp>
      <p:sp>
        <p:nvSpPr>
          <p:cNvPr id="7" name="Shape 4"/>
          <p:cNvSpPr/>
          <p:nvPr/>
        </p:nvSpPr>
        <p:spPr>
          <a:xfrm>
            <a:off x="2176272" y="3429000"/>
            <a:ext cx="402336" cy="1417320"/>
          </a:xfrm>
          <a:prstGeom prst="rect">
            <a:avLst/>
          </a:prstGeom>
          <a:solidFill>
            <a:schemeClr val="tx2"/>
          </a:solidFill>
          <a:ln/>
        </p:spPr>
      </p:sp>
      <p:sp>
        <p:nvSpPr>
          <p:cNvPr id="8" name="Shape 5"/>
          <p:cNvSpPr/>
          <p:nvPr/>
        </p:nvSpPr>
        <p:spPr>
          <a:xfrm>
            <a:off x="914400" y="1737360"/>
            <a:ext cx="3657600" cy="0"/>
          </a:xfrm>
          <a:prstGeom prst="line">
            <a:avLst/>
          </a:prstGeom>
          <a:noFill/>
          <a:ln w="25400">
            <a:solidFill>
              <a:schemeClr val="accent3"/>
            </a:solidFill>
            <a:prstDash val="dash"/>
          </a:ln>
        </p:spPr>
      </p:sp>
      <p:sp>
        <p:nvSpPr>
          <p:cNvPr id="9" name="Text 6"/>
          <p:cNvSpPr txBox="1"/>
          <p:nvPr/>
        </p:nvSpPr>
        <p:spPr>
          <a:xfrm>
            <a:off x="4754880" y="1508760"/>
            <a:ext cx="2377440" cy="457200"/>
          </a:xfrm>
          <a:prstGeom prst="rect">
            <a:avLst/>
          </a:prstGeom>
          <a:noFill/>
          <a:ln/>
        </p:spPr>
        <p:txBody>
          <a:bodyPr wrap="square" lIns="0" tIns="0" rIns="0" bIns="0" rtlCol="0" anchor="ctr"/>
          <a:lstStyle/>
          <a:p>
            <a:pPr indent="0" marL="0">
              <a:buNone/>
            </a:pPr>
            <a:r>
              <a:rPr lang="en-US" sz="1700" b="1" dirty="0">
                <a:solidFill>
                  <a:schemeClr val="accent3"/>
                </a:solidFill>
              </a:rPr>
              <a:t>익스트림 클로즈업</a:t>
            </a:r>
            <a:endParaRPr lang="en-US" sz="1700" dirty="0"/>
          </a:p>
        </p:txBody>
      </p:sp>
      <p:sp>
        <p:nvSpPr>
          <p:cNvPr id="10" name="Text 7"/>
          <p:cNvSpPr txBox="1"/>
          <p:nvPr/>
        </p:nvSpPr>
        <p:spPr>
          <a:xfrm>
            <a:off x="7132320" y="1508760"/>
            <a:ext cx="2103120" cy="457200"/>
          </a:xfrm>
          <a:prstGeom prst="rect">
            <a:avLst/>
          </a:prstGeom>
          <a:noFill/>
          <a:ln/>
        </p:spPr>
        <p:txBody>
          <a:bodyPr wrap="square" lIns="0" tIns="0" rIns="0" bIns="0" rtlCol="0" anchor="ctr"/>
          <a:lstStyle/>
          <a:p>
            <a:pPr indent="0" marL="0">
              <a:buNone/>
            </a:pPr>
            <a:r>
              <a:rPr lang="en-US" sz="1300" dirty="0">
                <a:solidFill>
                  <a:schemeClr val="accent5"/>
                </a:solidFill>
              </a:rPr>
              <a:t>Extreme Close-up</a:t>
            </a:r>
            <a:endParaRPr lang="en-US" sz="1300" dirty="0"/>
          </a:p>
        </p:txBody>
      </p:sp>
      <p:sp>
        <p:nvSpPr>
          <p:cNvPr id="11" name="Text 8"/>
          <p:cNvSpPr txBox="1"/>
          <p:nvPr/>
        </p:nvSpPr>
        <p:spPr>
          <a:xfrm>
            <a:off x="9235440" y="1508760"/>
            <a:ext cx="2468880" cy="457200"/>
          </a:xfrm>
          <a:prstGeom prst="rect">
            <a:avLst/>
          </a:prstGeom>
          <a:noFill/>
          <a:ln/>
        </p:spPr>
        <p:txBody>
          <a:bodyPr wrap="square" lIns="0" tIns="0" rIns="0" bIns="0" rtlCol="0" anchor="ctr"/>
          <a:lstStyle/>
          <a:p>
            <a:pPr indent="0" marL="0">
              <a:buNone/>
            </a:pPr>
            <a:r>
              <a:rPr lang="en-US" sz="1300" dirty="0">
                <a:solidFill>
                  <a:schemeClr val="tx1"/>
                </a:solidFill>
              </a:rPr>
              <a:t>눈 · 디테일 → 강조, 질감</a:t>
            </a:r>
            <a:endParaRPr lang="en-US" sz="1300" dirty="0"/>
          </a:p>
        </p:txBody>
      </p:sp>
      <p:sp>
        <p:nvSpPr>
          <p:cNvPr id="12" name="Shape 9"/>
          <p:cNvSpPr/>
          <p:nvPr/>
        </p:nvSpPr>
        <p:spPr>
          <a:xfrm>
            <a:off x="914400" y="2423160"/>
            <a:ext cx="3657600" cy="0"/>
          </a:xfrm>
          <a:prstGeom prst="line">
            <a:avLst/>
          </a:prstGeom>
          <a:noFill/>
          <a:ln w="25400">
            <a:solidFill>
              <a:schemeClr val="accent1"/>
            </a:solidFill>
            <a:prstDash val="dash"/>
          </a:ln>
        </p:spPr>
      </p:sp>
      <p:sp>
        <p:nvSpPr>
          <p:cNvPr id="13" name="Text 10"/>
          <p:cNvSpPr txBox="1"/>
          <p:nvPr/>
        </p:nvSpPr>
        <p:spPr>
          <a:xfrm>
            <a:off x="4754880" y="2194560"/>
            <a:ext cx="2377440" cy="457200"/>
          </a:xfrm>
          <a:prstGeom prst="rect">
            <a:avLst/>
          </a:prstGeom>
          <a:noFill/>
          <a:ln/>
        </p:spPr>
        <p:txBody>
          <a:bodyPr wrap="square" lIns="0" tIns="0" rIns="0" bIns="0" rtlCol="0" anchor="ctr"/>
          <a:lstStyle/>
          <a:p>
            <a:pPr indent="0" marL="0">
              <a:buNone/>
            </a:pPr>
            <a:r>
              <a:rPr lang="en-US" sz="1700" b="1" dirty="0">
                <a:solidFill>
                  <a:schemeClr val="accent1"/>
                </a:solidFill>
              </a:rPr>
              <a:t>클로즈업</a:t>
            </a:r>
            <a:endParaRPr lang="en-US" sz="1700" dirty="0"/>
          </a:p>
        </p:txBody>
      </p:sp>
      <p:sp>
        <p:nvSpPr>
          <p:cNvPr id="14" name="Text 11"/>
          <p:cNvSpPr txBox="1"/>
          <p:nvPr/>
        </p:nvSpPr>
        <p:spPr>
          <a:xfrm>
            <a:off x="7132320" y="2194560"/>
            <a:ext cx="2103120" cy="457200"/>
          </a:xfrm>
          <a:prstGeom prst="rect">
            <a:avLst/>
          </a:prstGeom>
          <a:noFill/>
          <a:ln/>
        </p:spPr>
        <p:txBody>
          <a:bodyPr wrap="square" lIns="0" tIns="0" rIns="0" bIns="0" rtlCol="0" anchor="ctr"/>
          <a:lstStyle/>
          <a:p>
            <a:pPr indent="0" marL="0">
              <a:buNone/>
            </a:pPr>
            <a:r>
              <a:rPr lang="en-US" sz="1300" dirty="0">
                <a:solidFill>
                  <a:schemeClr val="accent5"/>
                </a:solidFill>
              </a:rPr>
              <a:t>Close-up</a:t>
            </a:r>
            <a:endParaRPr lang="en-US" sz="1300" dirty="0"/>
          </a:p>
        </p:txBody>
      </p:sp>
      <p:sp>
        <p:nvSpPr>
          <p:cNvPr id="15" name="Text 12"/>
          <p:cNvSpPr txBox="1"/>
          <p:nvPr/>
        </p:nvSpPr>
        <p:spPr>
          <a:xfrm>
            <a:off x="9235440" y="2194560"/>
            <a:ext cx="2468880" cy="457200"/>
          </a:xfrm>
          <a:prstGeom prst="rect">
            <a:avLst/>
          </a:prstGeom>
          <a:noFill/>
          <a:ln/>
        </p:spPr>
        <p:txBody>
          <a:bodyPr wrap="square" lIns="0" tIns="0" rIns="0" bIns="0" rtlCol="0" anchor="ctr"/>
          <a:lstStyle/>
          <a:p>
            <a:pPr indent="0" marL="0">
              <a:buNone/>
            </a:pPr>
            <a:r>
              <a:rPr lang="en-US" sz="1300" dirty="0">
                <a:solidFill>
                  <a:schemeClr val="tx1"/>
                </a:solidFill>
              </a:rPr>
              <a:t>얼굴 · 손 → 감정, 동작</a:t>
            </a:r>
            <a:endParaRPr lang="en-US" sz="1300" dirty="0"/>
          </a:p>
        </p:txBody>
      </p:sp>
      <p:sp>
        <p:nvSpPr>
          <p:cNvPr id="16" name="Shape 13"/>
          <p:cNvSpPr/>
          <p:nvPr/>
        </p:nvSpPr>
        <p:spPr>
          <a:xfrm>
            <a:off x="914400" y="3291840"/>
            <a:ext cx="3657600" cy="0"/>
          </a:xfrm>
          <a:prstGeom prst="line">
            <a:avLst/>
          </a:prstGeom>
          <a:noFill/>
          <a:ln w="25400">
            <a:solidFill>
              <a:schemeClr val="accent2"/>
            </a:solidFill>
            <a:prstDash val="dash"/>
          </a:ln>
        </p:spPr>
      </p:sp>
      <p:sp>
        <p:nvSpPr>
          <p:cNvPr id="17" name="Text 14"/>
          <p:cNvSpPr txBox="1"/>
          <p:nvPr/>
        </p:nvSpPr>
        <p:spPr>
          <a:xfrm>
            <a:off x="4754880" y="3063240"/>
            <a:ext cx="2377440" cy="457200"/>
          </a:xfrm>
          <a:prstGeom prst="rect">
            <a:avLst/>
          </a:prstGeom>
          <a:noFill/>
          <a:ln/>
        </p:spPr>
        <p:txBody>
          <a:bodyPr wrap="square" lIns="0" tIns="0" rIns="0" bIns="0" rtlCol="0" anchor="ctr"/>
          <a:lstStyle/>
          <a:p>
            <a:pPr indent="0" marL="0">
              <a:buNone/>
            </a:pPr>
            <a:r>
              <a:rPr lang="en-US" sz="1700" b="1" dirty="0">
                <a:solidFill>
                  <a:schemeClr val="accent2"/>
                </a:solidFill>
              </a:rPr>
              <a:t>미디엄</a:t>
            </a:r>
            <a:endParaRPr lang="en-US" sz="1700" dirty="0"/>
          </a:p>
        </p:txBody>
      </p:sp>
      <p:sp>
        <p:nvSpPr>
          <p:cNvPr id="18" name="Text 15"/>
          <p:cNvSpPr txBox="1"/>
          <p:nvPr/>
        </p:nvSpPr>
        <p:spPr>
          <a:xfrm>
            <a:off x="7132320" y="3063240"/>
            <a:ext cx="2103120" cy="457200"/>
          </a:xfrm>
          <a:prstGeom prst="rect">
            <a:avLst/>
          </a:prstGeom>
          <a:noFill/>
          <a:ln/>
        </p:spPr>
        <p:txBody>
          <a:bodyPr wrap="square" lIns="0" tIns="0" rIns="0" bIns="0" rtlCol="0" anchor="ctr"/>
          <a:lstStyle/>
          <a:p>
            <a:pPr indent="0" marL="0">
              <a:buNone/>
            </a:pPr>
            <a:r>
              <a:rPr lang="en-US" sz="1300" dirty="0">
                <a:solidFill>
                  <a:schemeClr val="accent5"/>
                </a:solidFill>
              </a:rPr>
              <a:t>Medium</a:t>
            </a:r>
            <a:endParaRPr lang="en-US" sz="1300" dirty="0"/>
          </a:p>
        </p:txBody>
      </p:sp>
      <p:sp>
        <p:nvSpPr>
          <p:cNvPr id="19" name="Text 16"/>
          <p:cNvSpPr txBox="1"/>
          <p:nvPr/>
        </p:nvSpPr>
        <p:spPr>
          <a:xfrm>
            <a:off x="9235440" y="3063240"/>
            <a:ext cx="2468880" cy="457200"/>
          </a:xfrm>
          <a:prstGeom prst="rect">
            <a:avLst/>
          </a:prstGeom>
          <a:noFill/>
          <a:ln/>
        </p:spPr>
        <p:txBody>
          <a:bodyPr wrap="square" lIns="0" tIns="0" rIns="0" bIns="0" rtlCol="0" anchor="ctr"/>
          <a:lstStyle/>
          <a:p>
            <a:pPr indent="0" marL="0">
              <a:buNone/>
            </a:pPr>
            <a:r>
              <a:rPr lang="en-US" sz="1300" dirty="0">
                <a:solidFill>
                  <a:schemeClr val="tx1"/>
                </a:solidFill>
              </a:rPr>
              <a:t>허리 위 → 무엇을 하는지</a:t>
            </a:r>
            <a:endParaRPr lang="en-US" sz="1300" dirty="0"/>
          </a:p>
        </p:txBody>
      </p:sp>
      <p:sp>
        <p:nvSpPr>
          <p:cNvPr id="20" name="Shape 17"/>
          <p:cNvSpPr/>
          <p:nvPr/>
        </p:nvSpPr>
        <p:spPr>
          <a:xfrm>
            <a:off x="914400" y="4937760"/>
            <a:ext cx="3657600" cy="0"/>
          </a:xfrm>
          <a:prstGeom prst="line">
            <a:avLst/>
          </a:prstGeom>
          <a:noFill/>
          <a:ln w="25400">
            <a:solidFill>
              <a:schemeClr val="accent4"/>
            </a:solidFill>
            <a:prstDash val="dash"/>
          </a:ln>
        </p:spPr>
      </p:sp>
      <p:sp>
        <p:nvSpPr>
          <p:cNvPr id="21" name="Text 18"/>
          <p:cNvSpPr txBox="1"/>
          <p:nvPr/>
        </p:nvSpPr>
        <p:spPr>
          <a:xfrm>
            <a:off x="4754880" y="4709160"/>
            <a:ext cx="2377440" cy="457200"/>
          </a:xfrm>
          <a:prstGeom prst="rect">
            <a:avLst/>
          </a:prstGeom>
          <a:noFill/>
          <a:ln/>
        </p:spPr>
        <p:txBody>
          <a:bodyPr wrap="square" lIns="0" tIns="0" rIns="0" bIns="0" rtlCol="0" anchor="ctr"/>
          <a:lstStyle/>
          <a:p>
            <a:pPr indent="0" marL="0">
              <a:buNone/>
            </a:pPr>
            <a:r>
              <a:rPr lang="en-US" sz="1700" b="1" dirty="0">
                <a:solidFill>
                  <a:schemeClr val="accent4"/>
                </a:solidFill>
              </a:rPr>
              <a:t>와이드 · 풀</a:t>
            </a:r>
            <a:endParaRPr lang="en-US" sz="1700" dirty="0"/>
          </a:p>
        </p:txBody>
      </p:sp>
      <p:sp>
        <p:nvSpPr>
          <p:cNvPr id="22" name="Text 19"/>
          <p:cNvSpPr txBox="1"/>
          <p:nvPr/>
        </p:nvSpPr>
        <p:spPr>
          <a:xfrm>
            <a:off x="7132320" y="4709160"/>
            <a:ext cx="2103120" cy="457200"/>
          </a:xfrm>
          <a:prstGeom prst="rect">
            <a:avLst/>
          </a:prstGeom>
          <a:noFill/>
          <a:ln/>
        </p:spPr>
        <p:txBody>
          <a:bodyPr wrap="square" lIns="0" tIns="0" rIns="0" bIns="0" rtlCol="0" anchor="ctr"/>
          <a:lstStyle/>
          <a:p>
            <a:pPr indent="0" marL="0">
              <a:buNone/>
            </a:pPr>
            <a:r>
              <a:rPr lang="en-US" sz="1300" dirty="0">
                <a:solidFill>
                  <a:schemeClr val="accent5"/>
                </a:solidFill>
              </a:rPr>
              <a:t>Wide / Full</a:t>
            </a:r>
            <a:endParaRPr lang="en-US" sz="1300" dirty="0"/>
          </a:p>
        </p:txBody>
      </p:sp>
      <p:sp>
        <p:nvSpPr>
          <p:cNvPr id="23" name="Text 20"/>
          <p:cNvSpPr txBox="1"/>
          <p:nvPr/>
        </p:nvSpPr>
        <p:spPr>
          <a:xfrm>
            <a:off x="9235440" y="4709160"/>
            <a:ext cx="2468880" cy="457200"/>
          </a:xfrm>
          <a:prstGeom prst="rect">
            <a:avLst/>
          </a:prstGeom>
          <a:noFill/>
          <a:ln/>
        </p:spPr>
        <p:txBody>
          <a:bodyPr wrap="square" lIns="0" tIns="0" rIns="0" bIns="0" rtlCol="0" anchor="ctr"/>
          <a:lstStyle/>
          <a:p>
            <a:pPr indent="0" marL="0">
              <a:buNone/>
            </a:pPr>
            <a:r>
              <a:rPr lang="en-US" sz="1300" dirty="0">
                <a:solidFill>
                  <a:schemeClr val="tx1"/>
                </a:solidFill>
              </a:rPr>
              <a:t>전신과 주변 → 누가, 어디서</a:t>
            </a:r>
            <a:endParaRPr lang="en-US" sz="1300" dirty="0"/>
          </a:p>
        </p:txBody>
      </p:sp>
      <p:sp>
        <p:nvSpPr>
          <p:cNvPr id="24" name="Text 21"/>
          <p:cNvSpPr txBox="1"/>
          <p:nvPr/>
        </p:nvSpPr>
        <p:spPr>
          <a:xfrm>
            <a:off x="4754880" y="5230368"/>
            <a:ext cx="6858000" cy="365760"/>
          </a:xfrm>
          <a:prstGeom prst="rect">
            <a:avLst/>
          </a:prstGeom>
          <a:noFill/>
          <a:ln/>
        </p:spPr>
        <p:txBody>
          <a:bodyPr wrap="square" lIns="0" tIns="0" rIns="0" bIns="0" rtlCol="0" anchor="t"/>
          <a:lstStyle/>
          <a:p>
            <a:pPr indent="0" marL="0">
              <a:buNone/>
            </a:pPr>
            <a:r>
              <a:rPr lang="en-US" sz="1400" dirty="0">
                <a:solidFill>
                  <a:schemeClr val="tx2"/>
                </a:solidFill>
              </a:rPr>
              <a:t>+ 익스트림 와이드(Extreme Wide): 풍경 속 작은 사람 → 어디인지</a:t>
            </a:r>
            <a:endParaRPr lang="en-US" sz="1400" dirty="0"/>
          </a:p>
        </p:txBody>
      </p:sp>
      <p:sp>
        <p:nvSpPr>
          <p:cNvPr id="25" name="Shape 22"/>
          <p:cNvSpPr/>
          <p:nvPr/>
        </p:nvSpPr>
        <p:spPr>
          <a:xfrm>
            <a:off x="548640" y="5669280"/>
            <a:ext cx="11064240" cy="502920"/>
          </a:xfrm>
          <a:prstGeom prst="roundRect">
            <a:avLst>
              <a:gd name="adj" fmla="val 18182"/>
            </a:avLst>
          </a:prstGeom>
          <a:solidFill>
            <a:schemeClr val="accent6"/>
          </a:solidFill>
          <a:ln/>
        </p:spPr>
      </p:sp>
      <p:sp>
        <p:nvSpPr>
          <p:cNvPr id="26" name="Text 23"/>
          <p:cNvSpPr txBox="1"/>
          <p:nvPr/>
        </p:nvSpPr>
        <p:spPr>
          <a:xfrm>
            <a:off x="777240" y="566928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어디서(와이드) → 누가 무엇을(미디엄) → 어떤 감정으로(클로즈업)</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앵글: 어디서 보느냐가 느낌을 바꾼다</a:t>
            </a:r>
            <a:endParaRPr lang="en-US" sz="3000" dirty="0"/>
          </a:p>
        </p:txBody>
      </p:sp>
      <p:sp>
        <p:nvSpPr>
          <p:cNvPr id="4" name="Shape 1"/>
          <p:cNvSpPr/>
          <p:nvPr/>
        </p:nvSpPr>
        <p:spPr>
          <a:xfrm>
            <a:off x="548640" y="1463040"/>
            <a:ext cx="2615184" cy="3383280"/>
          </a:xfrm>
          <a:prstGeom prst="roundRect">
            <a:avLst>
              <a:gd name="adj" fmla="val 4196"/>
            </a:avLst>
          </a:prstGeom>
          <a:solidFill>
            <a:schemeClr val="bg2"/>
          </a:solidFill>
          <a:ln/>
        </p:spPr>
      </p:sp>
      <p:sp>
        <p:nvSpPr>
          <p:cNvPr id="5" name="Shape 2"/>
          <p:cNvSpPr/>
          <p:nvPr/>
        </p:nvSpPr>
        <p:spPr>
          <a:xfrm>
            <a:off x="1417320" y="1691640"/>
            <a:ext cx="868680" cy="868680"/>
          </a:xfrm>
          <a:prstGeom prst="ellipse">
            <a:avLst/>
          </a:prstGeom>
          <a:solidFill>
            <a:schemeClr val="accent4"/>
          </a:solidFill>
          <a:ln/>
        </p:spPr>
      </p:sp>
      <p:pic>
        <p:nvPicPr>
          <p:cNvPr id="6" name="Image 0" descr="FaArrowDown">    </p:cNvPr>
          <p:cNvPicPr>
            <a:picLocks noChangeAspect="1"/>
          </p:cNvPicPr>
          <p:nvPr/>
        </p:nvPicPr>
        <p:blipFill>
          <a:blip r:embed="rId1"/>
          <a:stretch>
            <a:fillRect/>
          </a:stretch>
        </p:blipFill>
        <p:spPr>
          <a:xfrm>
            <a:off x="1651864" y="1926184"/>
            <a:ext cx="399593" cy="399593"/>
          </a:xfrm>
          <a:prstGeom prst="rect">
            <a:avLst/>
          </a:prstGeom>
        </p:spPr>
      </p:pic>
      <p:sp>
        <p:nvSpPr>
          <p:cNvPr id="7" name="Text 3"/>
          <p:cNvSpPr txBox="1"/>
          <p:nvPr/>
        </p:nvSpPr>
        <p:spPr>
          <a:xfrm>
            <a:off x="548640" y="2697480"/>
            <a:ext cx="2615184" cy="411480"/>
          </a:xfrm>
          <a:prstGeom prst="rect">
            <a:avLst/>
          </a:prstGeom>
          <a:noFill/>
          <a:ln/>
        </p:spPr>
        <p:txBody>
          <a:bodyPr wrap="square" lIns="0" tIns="0" rIns="0" bIns="0" rtlCol="0" anchor="t"/>
          <a:lstStyle/>
          <a:p>
            <a:pPr algn="ctr" indent="0" marL="0">
              <a:buNone/>
            </a:pPr>
            <a:r>
              <a:rPr lang="en-US" sz="1900" b="1" dirty="0">
                <a:solidFill>
                  <a:schemeClr val="tx2"/>
                </a:solidFill>
              </a:rPr>
              <a:t>하이앵글</a:t>
            </a:r>
            <a:endParaRPr lang="en-US" sz="1900" dirty="0"/>
          </a:p>
        </p:txBody>
      </p:sp>
      <p:sp>
        <p:nvSpPr>
          <p:cNvPr id="8" name="Text 4"/>
          <p:cNvSpPr txBox="1"/>
          <p:nvPr/>
        </p:nvSpPr>
        <p:spPr>
          <a:xfrm>
            <a:off x="548640" y="3108960"/>
            <a:ext cx="2615184" cy="320040"/>
          </a:xfrm>
          <a:prstGeom prst="rect">
            <a:avLst/>
          </a:prstGeom>
          <a:noFill/>
          <a:ln/>
        </p:spPr>
        <p:txBody>
          <a:bodyPr wrap="square" lIns="0" tIns="0" rIns="0" bIns="0" rtlCol="0" anchor="t"/>
          <a:lstStyle/>
          <a:p>
            <a:pPr algn="ctr" indent="0" marL="0">
              <a:buNone/>
            </a:pPr>
            <a:r>
              <a:rPr lang="en-US" sz="1300" dirty="0">
                <a:solidFill>
                  <a:schemeClr val="accent5"/>
                </a:solidFill>
              </a:rPr>
              <a:t>High angle</a:t>
            </a:r>
            <a:endParaRPr lang="en-US" sz="1300" dirty="0"/>
          </a:p>
        </p:txBody>
      </p:sp>
      <p:sp>
        <p:nvSpPr>
          <p:cNvPr id="9" name="Text 5"/>
          <p:cNvSpPr txBox="1"/>
          <p:nvPr/>
        </p:nvSpPr>
        <p:spPr>
          <a:xfrm>
            <a:off x="731520" y="3566160"/>
            <a:ext cx="2249424" cy="1005840"/>
          </a:xfrm>
          <a:prstGeom prst="rect">
            <a:avLst/>
          </a:prstGeom>
          <a:noFill/>
          <a:ln/>
        </p:spPr>
        <p:txBody>
          <a:bodyPr wrap="square" lIns="0" tIns="0" rIns="0" bIns="0" rtlCol="0" anchor="t"/>
          <a:lstStyle/>
          <a:p>
            <a:pPr algn="ctr" indent="0" marL="0">
              <a:buNone/>
            </a:pPr>
            <a:r>
              <a:rPr lang="en-US" sz="1400" dirty="0">
                <a:solidFill>
                  <a:schemeClr val="tx1"/>
                </a:solidFill>
              </a:rPr>
              <a:t>내려다보기</a:t>
            </a:r>
            <a:endParaRPr lang="en-US" sz="1400" dirty="0"/>
          </a:p>
          <a:p>
            <a:pPr algn="ctr" indent="0" marL="0">
              <a:buNone/>
            </a:pPr>
            <a:r>
              <a:rPr lang="en-US" sz="1400" dirty="0">
                <a:solidFill>
                  <a:schemeClr val="tx1"/>
                </a:solidFill>
              </a:rPr>
              <a:t>작고 귀엽게, 전체를</a:t>
            </a:r>
            <a:endParaRPr lang="en-US" sz="1400" dirty="0"/>
          </a:p>
        </p:txBody>
      </p:sp>
      <p:sp>
        <p:nvSpPr>
          <p:cNvPr id="10" name="Shape 6"/>
          <p:cNvSpPr/>
          <p:nvPr/>
        </p:nvSpPr>
        <p:spPr>
          <a:xfrm>
            <a:off x="3364992" y="1463040"/>
            <a:ext cx="2615184" cy="3383280"/>
          </a:xfrm>
          <a:prstGeom prst="roundRect">
            <a:avLst>
              <a:gd name="adj" fmla="val 4196"/>
            </a:avLst>
          </a:prstGeom>
          <a:solidFill>
            <a:schemeClr val="bg2"/>
          </a:solidFill>
          <a:ln/>
        </p:spPr>
      </p:sp>
      <p:sp>
        <p:nvSpPr>
          <p:cNvPr id="11" name="Shape 7"/>
          <p:cNvSpPr/>
          <p:nvPr/>
        </p:nvSpPr>
        <p:spPr>
          <a:xfrm>
            <a:off x="4233672" y="1691640"/>
            <a:ext cx="868680" cy="868680"/>
          </a:xfrm>
          <a:prstGeom prst="ellipse">
            <a:avLst/>
          </a:prstGeom>
          <a:solidFill>
            <a:schemeClr val="accent2"/>
          </a:solidFill>
          <a:ln/>
        </p:spPr>
      </p:sp>
      <p:pic>
        <p:nvPicPr>
          <p:cNvPr id="12" name="Image 1" descr="FaArrowsAltH">    </p:cNvPr>
          <p:cNvPicPr>
            <a:picLocks noChangeAspect="1"/>
          </p:cNvPicPr>
          <p:nvPr/>
        </p:nvPicPr>
        <p:blipFill>
          <a:blip r:embed="rId2"/>
          <a:stretch>
            <a:fillRect/>
          </a:stretch>
        </p:blipFill>
        <p:spPr>
          <a:xfrm>
            <a:off x="4468216" y="1926184"/>
            <a:ext cx="399593" cy="399593"/>
          </a:xfrm>
          <a:prstGeom prst="rect">
            <a:avLst/>
          </a:prstGeom>
        </p:spPr>
      </p:pic>
      <p:sp>
        <p:nvSpPr>
          <p:cNvPr id="13" name="Text 8"/>
          <p:cNvSpPr txBox="1"/>
          <p:nvPr/>
        </p:nvSpPr>
        <p:spPr>
          <a:xfrm>
            <a:off x="3364992" y="2697480"/>
            <a:ext cx="2615184" cy="411480"/>
          </a:xfrm>
          <a:prstGeom prst="rect">
            <a:avLst/>
          </a:prstGeom>
          <a:noFill/>
          <a:ln/>
        </p:spPr>
        <p:txBody>
          <a:bodyPr wrap="square" lIns="0" tIns="0" rIns="0" bIns="0" rtlCol="0" anchor="t"/>
          <a:lstStyle/>
          <a:p>
            <a:pPr algn="ctr" indent="0" marL="0">
              <a:buNone/>
            </a:pPr>
            <a:r>
              <a:rPr lang="en-US" sz="1900" b="1" dirty="0">
                <a:solidFill>
                  <a:schemeClr val="tx2"/>
                </a:solidFill>
              </a:rPr>
              <a:t>아이레벨</a:t>
            </a:r>
            <a:endParaRPr lang="en-US" sz="1900" dirty="0"/>
          </a:p>
        </p:txBody>
      </p:sp>
      <p:sp>
        <p:nvSpPr>
          <p:cNvPr id="14" name="Text 9"/>
          <p:cNvSpPr txBox="1"/>
          <p:nvPr/>
        </p:nvSpPr>
        <p:spPr>
          <a:xfrm>
            <a:off x="3364992" y="3108960"/>
            <a:ext cx="2615184" cy="320040"/>
          </a:xfrm>
          <a:prstGeom prst="rect">
            <a:avLst/>
          </a:prstGeom>
          <a:noFill/>
          <a:ln/>
        </p:spPr>
        <p:txBody>
          <a:bodyPr wrap="square" lIns="0" tIns="0" rIns="0" bIns="0" rtlCol="0" anchor="t"/>
          <a:lstStyle/>
          <a:p>
            <a:pPr algn="ctr" indent="0" marL="0">
              <a:buNone/>
            </a:pPr>
            <a:r>
              <a:rPr lang="en-US" sz="1300" dirty="0">
                <a:solidFill>
                  <a:schemeClr val="accent5"/>
                </a:solidFill>
              </a:rPr>
              <a:t>Eye level</a:t>
            </a:r>
            <a:endParaRPr lang="en-US" sz="1300" dirty="0"/>
          </a:p>
        </p:txBody>
      </p:sp>
      <p:sp>
        <p:nvSpPr>
          <p:cNvPr id="15" name="Text 10"/>
          <p:cNvSpPr txBox="1"/>
          <p:nvPr/>
        </p:nvSpPr>
        <p:spPr>
          <a:xfrm>
            <a:off x="3547872" y="3566160"/>
            <a:ext cx="2249424" cy="1005840"/>
          </a:xfrm>
          <a:prstGeom prst="rect">
            <a:avLst/>
          </a:prstGeom>
          <a:noFill/>
          <a:ln/>
        </p:spPr>
        <p:txBody>
          <a:bodyPr wrap="square" lIns="0" tIns="0" rIns="0" bIns="0" rtlCol="0" anchor="t"/>
          <a:lstStyle/>
          <a:p>
            <a:pPr algn="ctr" indent="0" marL="0">
              <a:buNone/>
            </a:pPr>
            <a:r>
              <a:rPr lang="en-US" sz="1400" dirty="0">
                <a:solidFill>
                  <a:schemeClr val="tx1"/>
                </a:solidFill>
              </a:rPr>
              <a:t>눈높이</a:t>
            </a:r>
            <a:endParaRPr lang="en-US" sz="1400" dirty="0"/>
          </a:p>
          <a:p>
            <a:pPr algn="ctr" indent="0" marL="0">
              <a:buNone/>
            </a:pPr>
            <a:r>
              <a:rPr lang="en-US" sz="1400" dirty="0">
                <a:solidFill>
                  <a:schemeClr val="tx1"/>
                </a:solidFill>
              </a:rPr>
              <a:t>자연스럽고 편하게</a:t>
            </a:r>
            <a:endParaRPr lang="en-US" sz="1400" dirty="0"/>
          </a:p>
        </p:txBody>
      </p:sp>
      <p:sp>
        <p:nvSpPr>
          <p:cNvPr id="16" name="Shape 11"/>
          <p:cNvSpPr/>
          <p:nvPr/>
        </p:nvSpPr>
        <p:spPr>
          <a:xfrm>
            <a:off x="6181344" y="1463040"/>
            <a:ext cx="2615184" cy="3383280"/>
          </a:xfrm>
          <a:prstGeom prst="roundRect">
            <a:avLst>
              <a:gd name="adj" fmla="val 4196"/>
            </a:avLst>
          </a:prstGeom>
          <a:solidFill>
            <a:schemeClr val="bg2"/>
          </a:solidFill>
          <a:ln/>
        </p:spPr>
      </p:sp>
      <p:sp>
        <p:nvSpPr>
          <p:cNvPr id="17" name="Shape 12"/>
          <p:cNvSpPr/>
          <p:nvPr/>
        </p:nvSpPr>
        <p:spPr>
          <a:xfrm>
            <a:off x="7050024" y="1691640"/>
            <a:ext cx="868680" cy="868680"/>
          </a:xfrm>
          <a:prstGeom prst="ellipse">
            <a:avLst/>
          </a:prstGeom>
          <a:solidFill>
            <a:schemeClr val="accent3"/>
          </a:solidFill>
          <a:ln/>
        </p:spPr>
      </p:sp>
      <p:pic>
        <p:nvPicPr>
          <p:cNvPr id="18" name="Image 2" descr="FaArrowUp">    </p:cNvPr>
          <p:cNvPicPr>
            <a:picLocks noChangeAspect="1"/>
          </p:cNvPicPr>
          <p:nvPr/>
        </p:nvPicPr>
        <p:blipFill>
          <a:blip r:embed="rId3"/>
          <a:stretch>
            <a:fillRect/>
          </a:stretch>
        </p:blipFill>
        <p:spPr>
          <a:xfrm>
            <a:off x="7284568" y="1926184"/>
            <a:ext cx="399593" cy="399593"/>
          </a:xfrm>
          <a:prstGeom prst="rect">
            <a:avLst/>
          </a:prstGeom>
        </p:spPr>
      </p:pic>
      <p:sp>
        <p:nvSpPr>
          <p:cNvPr id="19" name="Text 13"/>
          <p:cNvSpPr txBox="1"/>
          <p:nvPr/>
        </p:nvSpPr>
        <p:spPr>
          <a:xfrm>
            <a:off x="6181344" y="2697480"/>
            <a:ext cx="2615184" cy="411480"/>
          </a:xfrm>
          <a:prstGeom prst="rect">
            <a:avLst/>
          </a:prstGeom>
          <a:noFill/>
          <a:ln/>
        </p:spPr>
        <p:txBody>
          <a:bodyPr wrap="square" lIns="0" tIns="0" rIns="0" bIns="0" rtlCol="0" anchor="t"/>
          <a:lstStyle/>
          <a:p>
            <a:pPr algn="ctr" indent="0" marL="0">
              <a:buNone/>
            </a:pPr>
            <a:r>
              <a:rPr lang="en-US" sz="1900" b="1" dirty="0">
                <a:solidFill>
                  <a:schemeClr val="tx2"/>
                </a:solidFill>
              </a:rPr>
              <a:t>로우앵글</a:t>
            </a:r>
            <a:endParaRPr lang="en-US" sz="1900" dirty="0"/>
          </a:p>
        </p:txBody>
      </p:sp>
      <p:sp>
        <p:nvSpPr>
          <p:cNvPr id="20" name="Text 14"/>
          <p:cNvSpPr txBox="1"/>
          <p:nvPr/>
        </p:nvSpPr>
        <p:spPr>
          <a:xfrm>
            <a:off x="6181344" y="3108960"/>
            <a:ext cx="2615184" cy="320040"/>
          </a:xfrm>
          <a:prstGeom prst="rect">
            <a:avLst/>
          </a:prstGeom>
          <a:noFill/>
          <a:ln/>
        </p:spPr>
        <p:txBody>
          <a:bodyPr wrap="square" lIns="0" tIns="0" rIns="0" bIns="0" rtlCol="0" anchor="t"/>
          <a:lstStyle/>
          <a:p>
            <a:pPr algn="ctr" indent="0" marL="0">
              <a:buNone/>
            </a:pPr>
            <a:r>
              <a:rPr lang="en-US" sz="1300" dirty="0">
                <a:solidFill>
                  <a:schemeClr val="accent5"/>
                </a:solidFill>
              </a:rPr>
              <a:t>Low angle</a:t>
            </a:r>
            <a:endParaRPr lang="en-US" sz="1300" dirty="0"/>
          </a:p>
        </p:txBody>
      </p:sp>
      <p:sp>
        <p:nvSpPr>
          <p:cNvPr id="21" name="Text 15"/>
          <p:cNvSpPr txBox="1"/>
          <p:nvPr/>
        </p:nvSpPr>
        <p:spPr>
          <a:xfrm>
            <a:off x="6364224" y="3566160"/>
            <a:ext cx="2249424" cy="1005840"/>
          </a:xfrm>
          <a:prstGeom prst="rect">
            <a:avLst/>
          </a:prstGeom>
          <a:noFill/>
          <a:ln/>
        </p:spPr>
        <p:txBody>
          <a:bodyPr wrap="square" lIns="0" tIns="0" rIns="0" bIns="0" rtlCol="0" anchor="t"/>
          <a:lstStyle/>
          <a:p>
            <a:pPr algn="ctr" indent="0" marL="0">
              <a:buNone/>
            </a:pPr>
            <a:r>
              <a:rPr lang="en-US" sz="1400" dirty="0">
                <a:solidFill>
                  <a:schemeClr val="tx1"/>
                </a:solidFill>
              </a:rPr>
              <a:t>올려다보기</a:t>
            </a:r>
            <a:endParaRPr lang="en-US" sz="1400" dirty="0"/>
          </a:p>
          <a:p>
            <a:pPr algn="ctr" indent="0" marL="0">
              <a:buNone/>
            </a:pPr>
            <a:r>
              <a:rPr lang="en-US" sz="1400" dirty="0">
                <a:solidFill>
                  <a:schemeClr val="tx1"/>
                </a:solidFill>
              </a:rPr>
              <a:t>크고 당당하게</a:t>
            </a:r>
            <a:endParaRPr lang="en-US" sz="1400" dirty="0"/>
          </a:p>
        </p:txBody>
      </p:sp>
      <p:sp>
        <p:nvSpPr>
          <p:cNvPr id="22" name="Shape 16"/>
          <p:cNvSpPr/>
          <p:nvPr/>
        </p:nvSpPr>
        <p:spPr>
          <a:xfrm>
            <a:off x="8997696" y="1463040"/>
            <a:ext cx="2615184" cy="3383280"/>
          </a:xfrm>
          <a:prstGeom prst="roundRect">
            <a:avLst>
              <a:gd name="adj" fmla="val 4196"/>
            </a:avLst>
          </a:prstGeom>
          <a:solidFill>
            <a:schemeClr val="bg2"/>
          </a:solidFill>
          <a:ln/>
        </p:spPr>
      </p:sp>
      <p:sp>
        <p:nvSpPr>
          <p:cNvPr id="23" name="Shape 17"/>
          <p:cNvSpPr/>
          <p:nvPr/>
        </p:nvSpPr>
        <p:spPr>
          <a:xfrm>
            <a:off x="9866376" y="1691640"/>
            <a:ext cx="868680" cy="868680"/>
          </a:xfrm>
          <a:prstGeom prst="ellipse">
            <a:avLst/>
          </a:prstGeom>
          <a:solidFill>
            <a:schemeClr val="accent1"/>
          </a:solidFill>
          <a:ln/>
        </p:spPr>
      </p:sp>
      <p:pic>
        <p:nvPicPr>
          <p:cNvPr id="24" name="Image 3" descr="FaUtensils">    </p:cNvPr>
          <p:cNvPicPr>
            <a:picLocks noChangeAspect="1"/>
          </p:cNvPicPr>
          <p:nvPr/>
        </p:nvPicPr>
        <p:blipFill>
          <a:blip r:embed="rId4"/>
          <a:stretch>
            <a:fillRect/>
          </a:stretch>
        </p:blipFill>
        <p:spPr>
          <a:xfrm>
            <a:off x="10100920" y="1926184"/>
            <a:ext cx="399593" cy="399593"/>
          </a:xfrm>
          <a:prstGeom prst="rect">
            <a:avLst/>
          </a:prstGeom>
        </p:spPr>
      </p:pic>
      <p:sp>
        <p:nvSpPr>
          <p:cNvPr id="25" name="Text 18"/>
          <p:cNvSpPr txBox="1"/>
          <p:nvPr/>
        </p:nvSpPr>
        <p:spPr>
          <a:xfrm>
            <a:off x="8997696" y="2697480"/>
            <a:ext cx="2615184" cy="411480"/>
          </a:xfrm>
          <a:prstGeom prst="rect">
            <a:avLst/>
          </a:prstGeom>
          <a:noFill/>
          <a:ln/>
        </p:spPr>
        <p:txBody>
          <a:bodyPr wrap="square" lIns="0" tIns="0" rIns="0" bIns="0" rtlCol="0" anchor="t"/>
          <a:lstStyle/>
          <a:p>
            <a:pPr algn="ctr" indent="0" marL="0">
              <a:buNone/>
            </a:pPr>
            <a:r>
              <a:rPr lang="en-US" sz="1900" b="1" dirty="0">
                <a:solidFill>
                  <a:schemeClr val="tx2"/>
                </a:solidFill>
              </a:rPr>
              <a:t>탑뷰</a:t>
            </a:r>
            <a:endParaRPr lang="en-US" sz="1900" dirty="0"/>
          </a:p>
        </p:txBody>
      </p:sp>
      <p:sp>
        <p:nvSpPr>
          <p:cNvPr id="26" name="Text 19"/>
          <p:cNvSpPr txBox="1"/>
          <p:nvPr/>
        </p:nvSpPr>
        <p:spPr>
          <a:xfrm>
            <a:off x="8997696" y="3108960"/>
            <a:ext cx="2615184" cy="320040"/>
          </a:xfrm>
          <a:prstGeom prst="rect">
            <a:avLst/>
          </a:prstGeom>
          <a:noFill/>
          <a:ln/>
        </p:spPr>
        <p:txBody>
          <a:bodyPr wrap="square" lIns="0" tIns="0" rIns="0" bIns="0" rtlCol="0" anchor="t"/>
          <a:lstStyle/>
          <a:p>
            <a:pPr algn="ctr" indent="0" marL="0">
              <a:buNone/>
            </a:pPr>
            <a:r>
              <a:rPr lang="en-US" sz="1300" dirty="0">
                <a:solidFill>
                  <a:schemeClr val="accent5"/>
                </a:solidFill>
              </a:rPr>
              <a:t>Top view</a:t>
            </a:r>
            <a:endParaRPr lang="en-US" sz="1300" dirty="0"/>
          </a:p>
        </p:txBody>
      </p:sp>
      <p:sp>
        <p:nvSpPr>
          <p:cNvPr id="27" name="Text 20"/>
          <p:cNvSpPr txBox="1"/>
          <p:nvPr/>
        </p:nvSpPr>
        <p:spPr>
          <a:xfrm>
            <a:off x="9180576" y="3566160"/>
            <a:ext cx="2249424" cy="1005840"/>
          </a:xfrm>
          <a:prstGeom prst="rect">
            <a:avLst/>
          </a:prstGeom>
          <a:noFill/>
          <a:ln/>
        </p:spPr>
        <p:txBody>
          <a:bodyPr wrap="square" lIns="0" tIns="0" rIns="0" bIns="0" rtlCol="0" anchor="t"/>
          <a:lstStyle/>
          <a:p>
            <a:pPr algn="ctr" indent="0" marL="0">
              <a:buNone/>
            </a:pPr>
            <a:r>
              <a:rPr lang="en-US" sz="1400" dirty="0">
                <a:solidFill>
                  <a:schemeClr val="tx1"/>
                </a:solidFill>
              </a:rPr>
              <a:t>바로 위에서</a:t>
            </a:r>
            <a:endParaRPr lang="en-US" sz="1400" dirty="0"/>
          </a:p>
          <a:p>
            <a:pPr algn="ctr" indent="0" marL="0">
              <a:buNone/>
            </a:pPr>
            <a:r>
              <a:rPr lang="en-US" sz="1400" dirty="0">
                <a:solidFill>
                  <a:schemeClr val="tx1"/>
                </a:solidFill>
              </a:rPr>
              <a:t>음식 · 책상 · 손 작업</a:t>
            </a:r>
            <a:endParaRPr lang="en-US" sz="1400" dirty="0"/>
          </a:p>
        </p:txBody>
      </p:sp>
      <p:sp>
        <p:nvSpPr>
          <p:cNvPr id="28" name="Shape 21"/>
          <p:cNvSpPr/>
          <p:nvPr/>
        </p:nvSpPr>
        <p:spPr>
          <a:xfrm>
            <a:off x="548640" y="5120640"/>
            <a:ext cx="11064240" cy="502920"/>
          </a:xfrm>
          <a:prstGeom prst="roundRect">
            <a:avLst>
              <a:gd name="adj" fmla="val 18182"/>
            </a:avLst>
          </a:prstGeom>
          <a:solidFill>
            <a:schemeClr val="accent6"/>
          </a:solidFill>
          <a:ln/>
        </p:spPr>
      </p:sp>
      <p:sp>
        <p:nvSpPr>
          <p:cNvPr id="29" name="Text 22"/>
          <p:cNvSpPr txBox="1"/>
          <p:nvPr/>
        </p:nvSpPr>
        <p:spPr>
          <a:xfrm>
            <a:off x="777240" y="512064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 더치 앵글(기울이기): 불안하고 역동적인 느낌. 가끔만</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구도 ① 주인공을 어디에 둘까</a:t>
            </a:r>
            <a:endParaRPr lang="en-US" sz="3000" dirty="0"/>
          </a:p>
        </p:txBody>
      </p:sp>
      <p:sp>
        <p:nvSpPr>
          <p:cNvPr id="4" name="Shape 1"/>
          <p:cNvSpPr/>
          <p:nvPr/>
        </p:nvSpPr>
        <p:spPr>
          <a:xfrm>
            <a:off x="548640" y="1463040"/>
            <a:ext cx="5669280" cy="3191256"/>
          </a:xfrm>
          <a:prstGeom prst="rect">
            <a:avLst/>
          </a:prstGeom>
          <a:solidFill>
            <a:schemeClr val="bg2"/>
          </a:solidFill>
          <a:ln w="19050">
            <a:solidFill>
              <a:schemeClr val="accent5"/>
            </a:solidFill>
            <a:prstDash val="solid"/>
          </a:ln>
        </p:spPr>
      </p:sp>
      <p:sp>
        <p:nvSpPr>
          <p:cNvPr id="5" name="Shape 2"/>
          <p:cNvSpPr/>
          <p:nvPr/>
        </p:nvSpPr>
        <p:spPr>
          <a:xfrm>
            <a:off x="2438400" y="1463040"/>
            <a:ext cx="0" cy="3191256"/>
          </a:xfrm>
          <a:prstGeom prst="line">
            <a:avLst/>
          </a:prstGeom>
          <a:noFill/>
          <a:ln w="12700">
            <a:solidFill>
              <a:schemeClr val="accent5"/>
            </a:solidFill>
            <a:prstDash val="dash"/>
          </a:ln>
        </p:spPr>
      </p:sp>
      <p:sp>
        <p:nvSpPr>
          <p:cNvPr id="6" name="Shape 3"/>
          <p:cNvSpPr/>
          <p:nvPr/>
        </p:nvSpPr>
        <p:spPr>
          <a:xfrm>
            <a:off x="548640" y="2526792"/>
            <a:ext cx="5669280" cy="0"/>
          </a:xfrm>
          <a:prstGeom prst="line">
            <a:avLst/>
          </a:prstGeom>
          <a:noFill/>
          <a:ln w="12700">
            <a:solidFill>
              <a:schemeClr val="accent5"/>
            </a:solidFill>
            <a:prstDash val="dash"/>
          </a:ln>
        </p:spPr>
      </p:sp>
      <p:sp>
        <p:nvSpPr>
          <p:cNvPr id="7" name="Shape 4"/>
          <p:cNvSpPr/>
          <p:nvPr/>
        </p:nvSpPr>
        <p:spPr>
          <a:xfrm>
            <a:off x="4328160" y="1463040"/>
            <a:ext cx="0" cy="3191256"/>
          </a:xfrm>
          <a:prstGeom prst="line">
            <a:avLst/>
          </a:prstGeom>
          <a:noFill/>
          <a:ln w="12700">
            <a:solidFill>
              <a:schemeClr val="accent5"/>
            </a:solidFill>
            <a:prstDash val="dash"/>
          </a:ln>
        </p:spPr>
      </p:sp>
      <p:sp>
        <p:nvSpPr>
          <p:cNvPr id="8" name="Shape 5"/>
          <p:cNvSpPr/>
          <p:nvPr/>
        </p:nvSpPr>
        <p:spPr>
          <a:xfrm>
            <a:off x="548640" y="3590544"/>
            <a:ext cx="5669280" cy="0"/>
          </a:xfrm>
          <a:prstGeom prst="line">
            <a:avLst/>
          </a:prstGeom>
          <a:noFill/>
          <a:ln w="12700">
            <a:solidFill>
              <a:schemeClr val="accent5"/>
            </a:solidFill>
            <a:prstDash val="dash"/>
          </a:ln>
        </p:spPr>
      </p:sp>
      <p:sp>
        <p:nvSpPr>
          <p:cNvPr id="9" name="Shape 6"/>
          <p:cNvSpPr/>
          <p:nvPr/>
        </p:nvSpPr>
        <p:spPr>
          <a:xfrm>
            <a:off x="2328672" y="2417064"/>
            <a:ext cx="219456" cy="219456"/>
          </a:xfrm>
          <a:prstGeom prst="ellipse">
            <a:avLst/>
          </a:prstGeom>
          <a:solidFill>
            <a:schemeClr val="accent1"/>
          </a:solidFill>
          <a:ln/>
        </p:spPr>
      </p:sp>
      <p:sp>
        <p:nvSpPr>
          <p:cNvPr id="10" name="Shape 7"/>
          <p:cNvSpPr/>
          <p:nvPr/>
        </p:nvSpPr>
        <p:spPr>
          <a:xfrm>
            <a:off x="4218432" y="2417064"/>
            <a:ext cx="219456" cy="219456"/>
          </a:xfrm>
          <a:prstGeom prst="ellipse">
            <a:avLst/>
          </a:prstGeom>
          <a:solidFill>
            <a:schemeClr val="accent1"/>
          </a:solidFill>
          <a:ln/>
        </p:spPr>
      </p:sp>
      <p:sp>
        <p:nvSpPr>
          <p:cNvPr id="11" name="Shape 8"/>
          <p:cNvSpPr/>
          <p:nvPr/>
        </p:nvSpPr>
        <p:spPr>
          <a:xfrm>
            <a:off x="2328672" y="3480816"/>
            <a:ext cx="219456" cy="219456"/>
          </a:xfrm>
          <a:prstGeom prst="ellipse">
            <a:avLst/>
          </a:prstGeom>
          <a:solidFill>
            <a:schemeClr val="accent1"/>
          </a:solidFill>
          <a:ln/>
        </p:spPr>
      </p:sp>
      <p:sp>
        <p:nvSpPr>
          <p:cNvPr id="12" name="Shape 9"/>
          <p:cNvSpPr/>
          <p:nvPr/>
        </p:nvSpPr>
        <p:spPr>
          <a:xfrm>
            <a:off x="4218432" y="3480816"/>
            <a:ext cx="219456" cy="219456"/>
          </a:xfrm>
          <a:prstGeom prst="ellipse">
            <a:avLst/>
          </a:prstGeom>
          <a:solidFill>
            <a:schemeClr val="accent1"/>
          </a:solidFill>
          <a:ln/>
        </p:spPr>
      </p:sp>
      <p:sp>
        <p:nvSpPr>
          <p:cNvPr id="13" name="Shape 10"/>
          <p:cNvSpPr/>
          <p:nvPr/>
        </p:nvSpPr>
        <p:spPr>
          <a:xfrm>
            <a:off x="4008120" y="2115312"/>
            <a:ext cx="640080" cy="731520"/>
          </a:xfrm>
          <a:prstGeom prst="ellipse">
            <a:avLst/>
          </a:prstGeom>
          <a:solidFill>
            <a:schemeClr val="tx2"/>
          </a:solidFill>
          <a:ln/>
        </p:spPr>
      </p:sp>
      <p:sp>
        <p:nvSpPr>
          <p:cNvPr id="14" name="Shape 11"/>
          <p:cNvSpPr/>
          <p:nvPr/>
        </p:nvSpPr>
        <p:spPr>
          <a:xfrm>
            <a:off x="3688080" y="2892552"/>
            <a:ext cx="1280160" cy="1463040"/>
          </a:xfrm>
          <a:prstGeom prst="roundRect">
            <a:avLst>
              <a:gd name="adj" fmla="val 14286"/>
            </a:avLst>
          </a:prstGeom>
          <a:solidFill>
            <a:schemeClr val="tx2"/>
          </a:solidFill>
          <a:ln/>
        </p:spPr>
      </p:sp>
      <p:sp>
        <p:nvSpPr>
          <p:cNvPr id="15" name="Text 12"/>
          <p:cNvSpPr txBox="1"/>
          <p:nvPr/>
        </p:nvSpPr>
        <p:spPr>
          <a:xfrm>
            <a:off x="548640" y="4791456"/>
            <a:ext cx="5669280" cy="365760"/>
          </a:xfrm>
          <a:prstGeom prst="rect">
            <a:avLst/>
          </a:prstGeom>
          <a:noFill/>
          <a:ln/>
        </p:spPr>
        <p:txBody>
          <a:bodyPr wrap="square" lIns="0" tIns="0" rIns="0" bIns="0" rtlCol="0" anchor="t"/>
          <a:lstStyle/>
          <a:p>
            <a:pPr indent="0" marL="0">
              <a:buNone/>
            </a:pPr>
            <a:r>
              <a:rPr lang="en-US" sz="1400" dirty="0">
                <a:solidFill>
                  <a:schemeClr val="tx2"/>
                </a:solidFill>
              </a:rPr>
              <a:t>삼분할: 선이 만나는 점에 주인공, 눈은 위쪽 선에</a:t>
            </a:r>
            <a:endParaRPr lang="en-US" sz="1400" dirty="0"/>
          </a:p>
        </p:txBody>
      </p:sp>
      <p:sp>
        <p:nvSpPr>
          <p:cNvPr id="16" name="Shape 13"/>
          <p:cNvSpPr/>
          <p:nvPr/>
        </p:nvSpPr>
        <p:spPr>
          <a:xfrm>
            <a:off x="6492240" y="1463040"/>
            <a:ext cx="5120640" cy="1051560"/>
          </a:xfrm>
          <a:prstGeom prst="roundRect">
            <a:avLst>
              <a:gd name="adj" fmla="val 10435"/>
            </a:avLst>
          </a:prstGeom>
          <a:solidFill>
            <a:schemeClr val="bg2"/>
          </a:solidFill>
          <a:ln/>
        </p:spPr>
      </p:sp>
      <p:sp>
        <p:nvSpPr>
          <p:cNvPr id="17" name="Shape 14"/>
          <p:cNvSpPr/>
          <p:nvPr/>
        </p:nvSpPr>
        <p:spPr>
          <a:xfrm>
            <a:off x="6675120" y="1705356"/>
            <a:ext cx="566928" cy="566928"/>
          </a:xfrm>
          <a:prstGeom prst="ellipse">
            <a:avLst/>
          </a:prstGeom>
          <a:solidFill>
            <a:schemeClr val="accent1"/>
          </a:solidFill>
          <a:ln/>
        </p:spPr>
      </p:sp>
      <p:sp>
        <p:nvSpPr>
          <p:cNvPr id="18" name="Text 15"/>
          <p:cNvSpPr txBox="1"/>
          <p:nvPr/>
        </p:nvSpPr>
        <p:spPr>
          <a:xfrm>
            <a:off x="6675120" y="170535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9" name="Text 16"/>
          <p:cNvSpPr txBox="1"/>
          <p:nvPr/>
        </p:nvSpPr>
        <p:spPr>
          <a:xfrm>
            <a:off x="7470648" y="1591056"/>
            <a:ext cx="3913632" cy="384048"/>
          </a:xfrm>
          <a:prstGeom prst="rect">
            <a:avLst/>
          </a:prstGeom>
          <a:noFill/>
          <a:ln/>
        </p:spPr>
        <p:txBody>
          <a:bodyPr wrap="square" lIns="0" tIns="0" rIns="0" bIns="0" rtlCol="0" anchor="ctr"/>
          <a:lstStyle/>
          <a:p>
            <a:pPr indent="0" marL="0">
              <a:buNone/>
            </a:pPr>
            <a:r>
              <a:rPr lang="en-US" sz="1700" b="1" dirty="0">
                <a:solidFill>
                  <a:schemeClr val="tx2"/>
                </a:solidFill>
              </a:rPr>
              <a:t>삼분할</a:t>
            </a:r>
            <a:endParaRPr lang="en-US" sz="1700" dirty="0"/>
          </a:p>
        </p:txBody>
      </p:sp>
      <p:sp>
        <p:nvSpPr>
          <p:cNvPr id="20" name="Text 17"/>
          <p:cNvSpPr txBox="1"/>
          <p:nvPr/>
        </p:nvSpPr>
        <p:spPr>
          <a:xfrm>
            <a:off x="7470648" y="1975104"/>
            <a:ext cx="3913632" cy="448056"/>
          </a:xfrm>
          <a:prstGeom prst="rect">
            <a:avLst/>
          </a:prstGeom>
          <a:noFill/>
          <a:ln/>
        </p:spPr>
        <p:txBody>
          <a:bodyPr wrap="square" lIns="0" tIns="0" rIns="0" bIns="0" rtlCol="0" anchor="t"/>
          <a:lstStyle/>
          <a:p>
            <a:pPr indent="0" marL="0">
              <a:buNone/>
            </a:pPr>
            <a:r>
              <a:rPr lang="en-US" sz="1400" dirty="0">
                <a:solidFill>
                  <a:schemeClr val="tx1"/>
                </a:solidFill>
              </a:rPr>
              <a:t>선 위, 선이 만나는 네 점에 주인공</a:t>
            </a:r>
            <a:endParaRPr lang="en-US" sz="1400" dirty="0"/>
          </a:p>
        </p:txBody>
      </p:sp>
      <p:sp>
        <p:nvSpPr>
          <p:cNvPr id="21" name="Shape 18"/>
          <p:cNvSpPr/>
          <p:nvPr/>
        </p:nvSpPr>
        <p:spPr>
          <a:xfrm>
            <a:off x="6492240" y="2651760"/>
            <a:ext cx="5120640" cy="1051560"/>
          </a:xfrm>
          <a:prstGeom prst="roundRect">
            <a:avLst>
              <a:gd name="adj" fmla="val 10435"/>
            </a:avLst>
          </a:prstGeom>
          <a:solidFill>
            <a:schemeClr val="bg2"/>
          </a:solidFill>
          <a:ln/>
        </p:spPr>
      </p:sp>
      <p:sp>
        <p:nvSpPr>
          <p:cNvPr id="22" name="Shape 19"/>
          <p:cNvSpPr/>
          <p:nvPr/>
        </p:nvSpPr>
        <p:spPr>
          <a:xfrm>
            <a:off x="6675120" y="2894076"/>
            <a:ext cx="566928" cy="566928"/>
          </a:xfrm>
          <a:prstGeom prst="ellipse">
            <a:avLst/>
          </a:prstGeom>
          <a:solidFill>
            <a:schemeClr val="accent2"/>
          </a:solidFill>
          <a:ln/>
        </p:spPr>
      </p:sp>
      <p:sp>
        <p:nvSpPr>
          <p:cNvPr id="23" name="Text 20"/>
          <p:cNvSpPr txBox="1"/>
          <p:nvPr/>
        </p:nvSpPr>
        <p:spPr>
          <a:xfrm>
            <a:off x="6675120" y="289407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4" name="Text 21"/>
          <p:cNvSpPr txBox="1"/>
          <p:nvPr/>
        </p:nvSpPr>
        <p:spPr>
          <a:xfrm>
            <a:off x="7470648" y="2779776"/>
            <a:ext cx="3913632" cy="384048"/>
          </a:xfrm>
          <a:prstGeom prst="rect">
            <a:avLst/>
          </a:prstGeom>
          <a:noFill/>
          <a:ln/>
        </p:spPr>
        <p:txBody>
          <a:bodyPr wrap="square" lIns="0" tIns="0" rIns="0" bIns="0" rtlCol="0" anchor="ctr"/>
          <a:lstStyle/>
          <a:p>
            <a:pPr indent="0" marL="0">
              <a:buNone/>
            </a:pPr>
            <a:r>
              <a:rPr lang="en-US" sz="1700" b="1" dirty="0">
                <a:solidFill>
                  <a:schemeClr val="tx2"/>
                </a:solidFill>
              </a:rPr>
              <a:t>대칭</a:t>
            </a:r>
            <a:endParaRPr lang="en-US" sz="1700" dirty="0"/>
          </a:p>
        </p:txBody>
      </p:sp>
      <p:sp>
        <p:nvSpPr>
          <p:cNvPr id="25" name="Text 22"/>
          <p:cNvSpPr txBox="1"/>
          <p:nvPr/>
        </p:nvSpPr>
        <p:spPr>
          <a:xfrm>
            <a:off x="7470648" y="3163824"/>
            <a:ext cx="3913632" cy="448056"/>
          </a:xfrm>
          <a:prstGeom prst="rect">
            <a:avLst/>
          </a:prstGeom>
          <a:noFill/>
          <a:ln/>
        </p:spPr>
        <p:txBody>
          <a:bodyPr wrap="square" lIns="0" tIns="0" rIns="0" bIns="0" rtlCol="0" anchor="t"/>
          <a:lstStyle/>
          <a:p>
            <a:pPr indent="0" marL="0">
              <a:buNone/>
            </a:pPr>
            <a:r>
              <a:rPr lang="en-US" sz="1400" dirty="0">
                <a:solidFill>
                  <a:schemeClr val="tx1"/>
                </a:solidFill>
              </a:rPr>
              <a:t>양쪽이 같은 곳(복도·건물 정면)은 가운데</a:t>
            </a:r>
            <a:endParaRPr lang="en-US" sz="1400" dirty="0"/>
          </a:p>
        </p:txBody>
      </p:sp>
      <p:sp>
        <p:nvSpPr>
          <p:cNvPr id="26" name="Shape 23"/>
          <p:cNvSpPr/>
          <p:nvPr/>
        </p:nvSpPr>
        <p:spPr>
          <a:xfrm>
            <a:off x="6492240" y="3840480"/>
            <a:ext cx="5120640" cy="1051560"/>
          </a:xfrm>
          <a:prstGeom prst="roundRect">
            <a:avLst>
              <a:gd name="adj" fmla="val 10435"/>
            </a:avLst>
          </a:prstGeom>
          <a:solidFill>
            <a:schemeClr val="bg2"/>
          </a:solidFill>
          <a:ln/>
        </p:spPr>
      </p:sp>
      <p:sp>
        <p:nvSpPr>
          <p:cNvPr id="27" name="Shape 24"/>
          <p:cNvSpPr/>
          <p:nvPr/>
        </p:nvSpPr>
        <p:spPr>
          <a:xfrm>
            <a:off x="6675120" y="4082796"/>
            <a:ext cx="566928" cy="566928"/>
          </a:xfrm>
          <a:prstGeom prst="ellipse">
            <a:avLst/>
          </a:prstGeom>
          <a:solidFill>
            <a:schemeClr val="accent4"/>
          </a:solidFill>
          <a:ln/>
        </p:spPr>
      </p:sp>
      <p:sp>
        <p:nvSpPr>
          <p:cNvPr id="28" name="Text 25"/>
          <p:cNvSpPr txBox="1"/>
          <p:nvPr/>
        </p:nvSpPr>
        <p:spPr>
          <a:xfrm>
            <a:off x="6675120" y="408279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9" name="Text 26"/>
          <p:cNvSpPr txBox="1"/>
          <p:nvPr/>
        </p:nvSpPr>
        <p:spPr>
          <a:xfrm>
            <a:off x="7470648" y="3968496"/>
            <a:ext cx="3913632" cy="384048"/>
          </a:xfrm>
          <a:prstGeom prst="rect">
            <a:avLst/>
          </a:prstGeom>
          <a:noFill/>
          <a:ln/>
        </p:spPr>
        <p:txBody>
          <a:bodyPr wrap="square" lIns="0" tIns="0" rIns="0" bIns="0" rtlCol="0" anchor="ctr"/>
          <a:lstStyle/>
          <a:p>
            <a:pPr indent="0" marL="0">
              <a:buNone/>
            </a:pPr>
            <a:r>
              <a:rPr lang="en-US" sz="1700" b="1" dirty="0">
                <a:solidFill>
                  <a:schemeClr val="tx2"/>
                </a:solidFill>
              </a:rPr>
              <a:t>리딩 라인</a:t>
            </a:r>
            <a:endParaRPr lang="en-US" sz="1700" dirty="0"/>
          </a:p>
        </p:txBody>
      </p:sp>
      <p:sp>
        <p:nvSpPr>
          <p:cNvPr id="30" name="Text 27"/>
          <p:cNvSpPr txBox="1"/>
          <p:nvPr/>
        </p:nvSpPr>
        <p:spPr>
          <a:xfrm>
            <a:off x="7470648" y="4352544"/>
            <a:ext cx="3913632" cy="448056"/>
          </a:xfrm>
          <a:prstGeom prst="rect">
            <a:avLst/>
          </a:prstGeom>
          <a:noFill/>
          <a:ln/>
        </p:spPr>
        <p:txBody>
          <a:bodyPr wrap="square" lIns="0" tIns="0" rIns="0" bIns="0" rtlCol="0" anchor="t"/>
          <a:lstStyle/>
          <a:p>
            <a:pPr indent="0" marL="0">
              <a:buNone/>
            </a:pPr>
            <a:r>
              <a:rPr lang="en-US" sz="1400" dirty="0">
                <a:solidFill>
                  <a:schemeClr val="tx1"/>
                </a:solidFill>
              </a:rPr>
              <a:t>길 · 난간 · 책상 모서리가 주인공을 가리키게</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구도 ② 무엇을 비울까</a:t>
            </a:r>
            <a:endParaRPr lang="en-US" sz="3000" dirty="0"/>
          </a:p>
        </p:txBody>
      </p:sp>
      <p:sp>
        <p:nvSpPr>
          <p:cNvPr id="4" name="Shape 1"/>
          <p:cNvSpPr/>
          <p:nvPr/>
        </p:nvSpPr>
        <p:spPr>
          <a:xfrm>
            <a:off x="822960" y="1417320"/>
            <a:ext cx="2377440" cy="4224528"/>
          </a:xfrm>
          <a:prstGeom prst="roundRect">
            <a:avLst>
              <a:gd name="adj" fmla="val 7692"/>
            </a:avLst>
          </a:prstGeom>
          <a:solidFill>
            <a:schemeClr val="bg2"/>
          </a:solidFill>
          <a:ln w="31750">
            <a:solidFill>
              <a:schemeClr val="tx2"/>
            </a:solidFill>
            <a:prstDash val="solid"/>
          </a:ln>
        </p:spPr>
      </p:sp>
      <p:sp>
        <p:nvSpPr>
          <p:cNvPr id="5" name="Shape 2"/>
          <p:cNvSpPr/>
          <p:nvPr/>
        </p:nvSpPr>
        <p:spPr>
          <a:xfrm>
            <a:off x="868680" y="1463040"/>
            <a:ext cx="2286000" cy="549189"/>
          </a:xfrm>
          <a:prstGeom prst="rect">
            <a:avLst/>
          </a:prstGeom>
          <a:solidFill>
            <a:schemeClr val="accent3">
              <a:alpha val="30000"/>
            </a:schemeClr>
          </a:solidFill>
          <a:ln/>
        </p:spPr>
      </p:sp>
      <p:sp>
        <p:nvSpPr>
          <p:cNvPr id="6" name="Shape 3"/>
          <p:cNvSpPr/>
          <p:nvPr/>
        </p:nvSpPr>
        <p:spPr>
          <a:xfrm>
            <a:off x="868680" y="4585716"/>
            <a:ext cx="2286000" cy="1010412"/>
          </a:xfrm>
          <a:prstGeom prst="rect">
            <a:avLst/>
          </a:prstGeom>
          <a:solidFill>
            <a:schemeClr val="accent3">
              <a:alpha val="30000"/>
            </a:schemeClr>
          </a:solidFill>
          <a:ln/>
        </p:spPr>
      </p:sp>
      <p:sp>
        <p:nvSpPr>
          <p:cNvPr id="7" name="Shape 4"/>
          <p:cNvSpPr/>
          <p:nvPr/>
        </p:nvSpPr>
        <p:spPr>
          <a:xfrm>
            <a:off x="2796235" y="3318358"/>
            <a:ext cx="358445" cy="1267358"/>
          </a:xfrm>
          <a:prstGeom prst="rect">
            <a:avLst/>
          </a:prstGeom>
          <a:solidFill>
            <a:schemeClr val="accent3">
              <a:alpha val="30000"/>
            </a:schemeClr>
          </a:solidFill>
          <a:ln/>
        </p:spPr>
      </p:sp>
      <p:sp>
        <p:nvSpPr>
          <p:cNvPr id="8" name="Text 5"/>
          <p:cNvSpPr txBox="1"/>
          <p:nvPr/>
        </p:nvSpPr>
        <p:spPr>
          <a:xfrm>
            <a:off x="822960" y="2684678"/>
            <a:ext cx="1901952" cy="731520"/>
          </a:xfrm>
          <a:prstGeom prst="rect">
            <a:avLst/>
          </a:prstGeom>
          <a:noFill/>
          <a:ln/>
        </p:spPr>
        <p:txBody>
          <a:bodyPr wrap="square" lIns="0" tIns="0" rIns="0" bIns="0" rtlCol="0" anchor="t"/>
          <a:lstStyle/>
          <a:p>
            <a:pPr algn="ctr" indent="0" marL="0">
              <a:buNone/>
            </a:pPr>
            <a:r>
              <a:rPr lang="en-US" sz="1400" b="1" dirty="0">
                <a:solidFill>
                  <a:schemeClr val="tx2"/>
                </a:solidFill>
              </a:rPr>
              <a:t>얼굴 · 자막은</a:t>
            </a:r>
            <a:endParaRPr lang="en-US" sz="1400" dirty="0"/>
          </a:p>
          <a:p>
            <a:pPr algn="ctr" indent="0" marL="0">
              <a:buNone/>
            </a:pPr>
            <a:r>
              <a:rPr lang="en-US" sz="1400" b="1" dirty="0">
                <a:solidFill>
                  <a:schemeClr val="tx2"/>
                </a:solidFill>
              </a:rPr>
              <a:t>여기</a:t>
            </a:r>
            <a:endParaRPr lang="en-US" sz="1400" dirty="0"/>
          </a:p>
        </p:txBody>
      </p:sp>
      <p:sp>
        <p:nvSpPr>
          <p:cNvPr id="9" name="Text 6"/>
          <p:cNvSpPr txBox="1"/>
          <p:nvPr/>
        </p:nvSpPr>
        <p:spPr>
          <a:xfrm>
            <a:off x="548640" y="5733288"/>
            <a:ext cx="2926080" cy="320040"/>
          </a:xfrm>
          <a:prstGeom prst="rect">
            <a:avLst/>
          </a:prstGeom>
          <a:noFill/>
          <a:ln/>
        </p:spPr>
        <p:txBody>
          <a:bodyPr wrap="square" lIns="0" tIns="0" rIns="0" bIns="0" rtlCol="0" anchor="t"/>
          <a:lstStyle/>
          <a:p>
            <a:pPr algn="ctr" indent="0" marL="0">
              <a:buNone/>
            </a:pPr>
            <a:r>
              <a:rPr lang="en-US" sz="1400" b="1" dirty="0">
                <a:solidFill>
                  <a:schemeClr val="accent3"/>
                </a:solidFill>
              </a:rPr>
              <a:t>세로 안전 영역</a:t>
            </a:r>
            <a:endParaRPr lang="en-US" sz="1400" dirty="0"/>
          </a:p>
        </p:txBody>
      </p:sp>
      <p:sp>
        <p:nvSpPr>
          <p:cNvPr id="10" name="Shape 7"/>
          <p:cNvSpPr/>
          <p:nvPr/>
        </p:nvSpPr>
        <p:spPr>
          <a:xfrm>
            <a:off x="4023360" y="1417320"/>
            <a:ext cx="7589520" cy="932688"/>
          </a:xfrm>
          <a:prstGeom prst="roundRect">
            <a:avLst>
              <a:gd name="adj" fmla="val 11765"/>
            </a:avLst>
          </a:prstGeom>
          <a:solidFill>
            <a:schemeClr val="bg2"/>
          </a:solidFill>
          <a:ln/>
        </p:spPr>
      </p:sp>
      <p:sp>
        <p:nvSpPr>
          <p:cNvPr id="11" name="Shape 8"/>
          <p:cNvSpPr/>
          <p:nvPr/>
        </p:nvSpPr>
        <p:spPr>
          <a:xfrm>
            <a:off x="4206240" y="1600200"/>
            <a:ext cx="566928" cy="566928"/>
          </a:xfrm>
          <a:prstGeom prst="ellipse">
            <a:avLst/>
          </a:prstGeom>
          <a:solidFill>
            <a:schemeClr val="accent2"/>
          </a:solidFill>
          <a:ln/>
        </p:spPr>
      </p:sp>
      <p:sp>
        <p:nvSpPr>
          <p:cNvPr id="12" name="Text 9"/>
          <p:cNvSpPr txBox="1"/>
          <p:nvPr/>
        </p:nvSpPr>
        <p:spPr>
          <a:xfrm>
            <a:off x="4206240" y="160020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3" name="Text 10"/>
          <p:cNvSpPr txBox="1"/>
          <p:nvPr/>
        </p:nvSpPr>
        <p:spPr>
          <a:xfrm>
            <a:off x="5001768" y="1545336"/>
            <a:ext cx="6382512" cy="384048"/>
          </a:xfrm>
          <a:prstGeom prst="rect">
            <a:avLst/>
          </a:prstGeom>
          <a:noFill/>
          <a:ln/>
        </p:spPr>
        <p:txBody>
          <a:bodyPr wrap="square" lIns="0" tIns="0" rIns="0" bIns="0" rtlCol="0" anchor="ctr"/>
          <a:lstStyle/>
          <a:p>
            <a:pPr indent="0" marL="0">
              <a:buNone/>
            </a:pPr>
            <a:r>
              <a:rPr lang="en-US" sz="1700" b="1" dirty="0">
                <a:solidFill>
                  <a:schemeClr val="tx2"/>
                </a:solidFill>
              </a:rPr>
              <a:t>헤드룸</a:t>
            </a:r>
            <a:endParaRPr lang="en-US" sz="1700" dirty="0"/>
          </a:p>
        </p:txBody>
      </p:sp>
      <p:sp>
        <p:nvSpPr>
          <p:cNvPr id="14" name="Text 11"/>
          <p:cNvSpPr txBox="1"/>
          <p:nvPr/>
        </p:nvSpPr>
        <p:spPr>
          <a:xfrm>
            <a:off x="5001768" y="1929384"/>
            <a:ext cx="6382512" cy="329184"/>
          </a:xfrm>
          <a:prstGeom prst="rect">
            <a:avLst/>
          </a:prstGeom>
          <a:noFill/>
          <a:ln/>
        </p:spPr>
        <p:txBody>
          <a:bodyPr wrap="square" lIns="0" tIns="0" rIns="0" bIns="0" rtlCol="0" anchor="t"/>
          <a:lstStyle/>
          <a:p>
            <a:pPr indent="0" marL="0">
              <a:buNone/>
            </a:pPr>
            <a:r>
              <a:rPr lang="en-US" sz="1400" dirty="0">
                <a:solidFill>
                  <a:schemeClr val="tx1"/>
                </a:solidFill>
              </a:rPr>
              <a:t>머리 위는 손가락 한두 개만큼</a:t>
            </a:r>
            <a:endParaRPr lang="en-US" sz="1400" dirty="0"/>
          </a:p>
        </p:txBody>
      </p:sp>
      <p:sp>
        <p:nvSpPr>
          <p:cNvPr id="15" name="Shape 12"/>
          <p:cNvSpPr/>
          <p:nvPr/>
        </p:nvSpPr>
        <p:spPr>
          <a:xfrm>
            <a:off x="4023360" y="2496312"/>
            <a:ext cx="7589520" cy="932688"/>
          </a:xfrm>
          <a:prstGeom prst="roundRect">
            <a:avLst>
              <a:gd name="adj" fmla="val 11765"/>
            </a:avLst>
          </a:prstGeom>
          <a:solidFill>
            <a:schemeClr val="bg2"/>
          </a:solidFill>
          <a:ln/>
        </p:spPr>
      </p:sp>
      <p:sp>
        <p:nvSpPr>
          <p:cNvPr id="16" name="Shape 13"/>
          <p:cNvSpPr/>
          <p:nvPr/>
        </p:nvSpPr>
        <p:spPr>
          <a:xfrm>
            <a:off x="4206240" y="2679192"/>
            <a:ext cx="566928" cy="566928"/>
          </a:xfrm>
          <a:prstGeom prst="ellipse">
            <a:avLst/>
          </a:prstGeom>
          <a:solidFill>
            <a:schemeClr val="accent4"/>
          </a:solidFill>
          <a:ln/>
        </p:spPr>
      </p:sp>
      <p:sp>
        <p:nvSpPr>
          <p:cNvPr id="17" name="Text 14"/>
          <p:cNvSpPr txBox="1"/>
          <p:nvPr/>
        </p:nvSpPr>
        <p:spPr>
          <a:xfrm>
            <a:off x="4206240" y="2679192"/>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8" name="Text 15"/>
          <p:cNvSpPr txBox="1"/>
          <p:nvPr/>
        </p:nvSpPr>
        <p:spPr>
          <a:xfrm>
            <a:off x="5001768" y="2624328"/>
            <a:ext cx="6382512" cy="384048"/>
          </a:xfrm>
          <a:prstGeom prst="rect">
            <a:avLst/>
          </a:prstGeom>
          <a:noFill/>
          <a:ln/>
        </p:spPr>
        <p:txBody>
          <a:bodyPr wrap="square" lIns="0" tIns="0" rIns="0" bIns="0" rtlCol="0" anchor="ctr"/>
          <a:lstStyle/>
          <a:p>
            <a:pPr indent="0" marL="0">
              <a:buNone/>
            </a:pPr>
            <a:r>
              <a:rPr lang="en-US" sz="1700" b="1" dirty="0">
                <a:solidFill>
                  <a:schemeClr val="tx2"/>
                </a:solidFill>
              </a:rPr>
              <a:t>시선 여백</a:t>
            </a:r>
            <a:endParaRPr lang="en-US" sz="1700" dirty="0"/>
          </a:p>
        </p:txBody>
      </p:sp>
      <p:sp>
        <p:nvSpPr>
          <p:cNvPr id="19" name="Text 16"/>
          <p:cNvSpPr txBox="1"/>
          <p:nvPr/>
        </p:nvSpPr>
        <p:spPr>
          <a:xfrm>
            <a:off x="5001768" y="3008376"/>
            <a:ext cx="6382512" cy="329184"/>
          </a:xfrm>
          <a:prstGeom prst="rect">
            <a:avLst/>
          </a:prstGeom>
          <a:noFill/>
          <a:ln/>
        </p:spPr>
        <p:txBody>
          <a:bodyPr wrap="square" lIns="0" tIns="0" rIns="0" bIns="0" rtlCol="0" anchor="t"/>
          <a:lstStyle/>
          <a:p>
            <a:pPr indent="0" marL="0">
              <a:buNone/>
            </a:pPr>
            <a:r>
              <a:rPr lang="en-US" sz="1400" dirty="0">
                <a:solidFill>
                  <a:schemeClr val="tx1"/>
                </a:solidFill>
              </a:rPr>
              <a:t>보는 쪽, 가는 쪽에 공간을</a:t>
            </a:r>
            <a:endParaRPr lang="en-US" sz="1400" dirty="0"/>
          </a:p>
        </p:txBody>
      </p:sp>
      <p:sp>
        <p:nvSpPr>
          <p:cNvPr id="20" name="Shape 17"/>
          <p:cNvSpPr/>
          <p:nvPr/>
        </p:nvSpPr>
        <p:spPr>
          <a:xfrm>
            <a:off x="4023360" y="3575304"/>
            <a:ext cx="7589520" cy="932688"/>
          </a:xfrm>
          <a:prstGeom prst="roundRect">
            <a:avLst>
              <a:gd name="adj" fmla="val 11765"/>
            </a:avLst>
          </a:prstGeom>
          <a:solidFill>
            <a:schemeClr val="bg2"/>
          </a:solidFill>
          <a:ln/>
        </p:spPr>
      </p:sp>
      <p:sp>
        <p:nvSpPr>
          <p:cNvPr id="21" name="Shape 18"/>
          <p:cNvSpPr/>
          <p:nvPr/>
        </p:nvSpPr>
        <p:spPr>
          <a:xfrm>
            <a:off x="4206240" y="3758184"/>
            <a:ext cx="566928" cy="566928"/>
          </a:xfrm>
          <a:prstGeom prst="ellipse">
            <a:avLst/>
          </a:prstGeom>
          <a:solidFill>
            <a:schemeClr val="accent3"/>
          </a:solidFill>
          <a:ln/>
        </p:spPr>
      </p:sp>
      <p:sp>
        <p:nvSpPr>
          <p:cNvPr id="22" name="Text 19"/>
          <p:cNvSpPr txBox="1"/>
          <p:nvPr/>
        </p:nvSpPr>
        <p:spPr>
          <a:xfrm>
            <a:off x="4206240" y="3758184"/>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5001768" y="3703320"/>
            <a:ext cx="6382512" cy="384048"/>
          </a:xfrm>
          <a:prstGeom prst="rect">
            <a:avLst/>
          </a:prstGeom>
          <a:noFill/>
          <a:ln/>
        </p:spPr>
        <p:txBody>
          <a:bodyPr wrap="square" lIns="0" tIns="0" rIns="0" bIns="0" rtlCol="0" anchor="ctr"/>
          <a:lstStyle/>
          <a:p>
            <a:pPr indent="0" marL="0">
              <a:buNone/>
            </a:pPr>
            <a:r>
              <a:rPr lang="en-US" sz="1700" b="1" dirty="0">
                <a:solidFill>
                  <a:schemeClr val="tx2"/>
                </a:solidFill>
              </a:rPr>
              <a:t>세로 안전 영역</a:t>
            </a:r>
            <a:endParaRPr lang="en-US" sz="1700" dirty="0"/>
          </a:p>
        </p:txBody>
      </p:sp>
      <p:sp>
        <p:nvSpPr>
          <p:cNvPr id="24" name="Text 21"/>
          <p:cNvSpPr txBox="1"/>
          <p:nvPr/>
        </p:nvSpPr>
        <p:spPr>
          <a:xfrm>
            <a:off x="5001768" y="4087368"/>
            <a:ext cx="6382512" cy="329184"/>
          </a:xfrm>
          <a:prstGeom prst="rect">
            <a:avLst/>
          </a:prstGeom>
          <a:noFill/>
          <a:ln/>
        </p:spPr>
        <p:txBody>
          <a:bodyPr wrap="square" lIns="0" tIns="0" rIns="0" bIns="0" rtlCol="0" anchor="t"/>
          <a:lstStyle/>
          <a:p>
            <a:pPr indent="0" marL="0">
              <a:buNone/>
            </a:pPr>
            <a:r>
              <a:rPr lang="en-US" sz="1400" dirty="0">
                <a:solidFill>
                  <a:schemeClr val="tx1"/>
                </a:solidFill>
              </a:rPr>
              <a:t>위 · 아래 · 오른쪽은 버튼과 캡션 자리</a:t>
            </a:r>
            <a:endParaRPr lang="en-US" sz="1400" dirty="0"/>
          </a:p>
        </p:txBody>
      </p:sp>
      <p:sp>
        <p:nvSpPr>
          <p:cNvPr id="25" name="Shape 22"/>
          <p:cNvSpPr/>
          <p:nvPr/>
        </p:nvSpPr>
        <p:spPr>
          <a:xfrm>
            <a:off x="4023360" y="4654296"/>
            <a:ext cx="7589520" cy="932688"/>
          </a:xfrm>
          <a:prstGeom prst="roundRect">
            <a:avLst>
              <a:gd name="adj" fmla="val 11765"/>
            </a:avLst>
          </a:prstGeom>
          <a:solidFill>
            <a:schemeClr val="bg2"/>
          </a:solidFill>
          <a:ln/>
        </p:spPr>
      </p:sp>
      <p:sp>
        <p:nvSpPr>
          <p:cNvPr id="26" name="Shape 23"/>
          <p:cNvSpPr/>
          <p:nvPr/>
        </p:nvSpPr>
        <p:spPr>
          <a:xfrm>
            <a:off x="4206240" y="4837176"/>
            <a:ext cx="566928" cy="566928"/>
          </a:xfrm>
          <a:prstGeom prst="ellipse">
            <a:avLst/>
          </a:prstGeom>
          <a:solidFill>
            <a:schemeClr val="accent1"/>
          </a:solidFill>
          <a:ln/>
        </p:spPr>
      </p:sp>
      <p:sp>
        <p:nvSpPr>
          <p:cNvPr id="27" name="Text 24"/>
          <p:cNvSpPr txBox="1"/>
          <p:nvPr/>
        </p:nvSpPr>
        <p:spPr>
          <a:xfrm>
            <a:off x="4206240" y="483717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8" name="Text 25"/>
          <p:cNvSpPr txBox="1"/>
          <p:nvPr/>
        </p:nvSpPr>
        <p:spPr>
          <a:xfrm>
            <a:off x="5001768" y="4782312"/>
            <a:ext cx="6382512" cy="384048"/>
          </a:xfrm>
          <a:prstGeom prst="rect">
            <a:avLst/>
          </a:prstGeom>
          <a:noFill/>
          <a:ln/>
        </p:spPr>
        <p:txBody>
          <a:bodyPr wrap="square" lIns="0" tIns="0" rIns="0" bIns="0" rtlCol="0" anchor="ctr"/>
          <a:lstStyle/>
          <a:p>
            <a:pPr indent="0" marL="0">
              <a:buNone/>
            </a:pPr>
            <a:r>
              <a:rPr lang="en-US" sz="1700" b="1" dirty="0">
                <a:solidFill>
                  <a:schemeClr val="tx2"/>
                </a:solidFill>
              </a:rPr>
              <a:t>수직선</a:t>
            </a:r>
            <a:endParaRPr lang="en-US" sz="1700" dirty="0"/>
          </a:p>
        </p:txBody>
      </p:sp>
      <p:sp>
        <p:nvSpPr>
          <p:cNvPr id="29" name="Text 26"/>
          <p:cNvSpPr txBox="1"/>
          <p:nvPr/>
        </p:nvSpPr>
        <p:spPr>
          <a:xfrm>
            <a:off x="5001768" y="5166360"/>
            <a:ext cx="6382512" cy="329184"/>
          </a:xfrm>
          <a:prstGeom prst="rect">
            <a:avLst/>
          </a:prstGeom>
          <a:noFill/>
          <a:ln/>
        </p:spPr>
        <p:txBody>
          <a:bodyPr wrap="square" lIns="0" tIns="0" rIns="0" bIns="0" rtlCol="0" anchor="t"/>
          <a:lstStyle/>
          <a:p>
            <a:pPr indent="0" marL="0">
              <a:buNone/>
            </a:pPr>
            <a:r>
              <a:rPr lang="en-US" sz="1400" dirty="0">
                <a:solidFill>
                  <a:schemeClr val="tx1"/>
                </a:solidFill>
              </a:rPr>
              <a:t>문틀 · 건물 세로선을 화면과 나란히</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구도 ③ 깊이와 틀</a:t>
            </a:r>
            <a:endParaRPr lang="en-US" sz="3000" dirty="0"/>
          </a:p>
        </p:txBody>
      </p:sp>
      <p:sp>
        <p:nvSpPr>
          <p:cNvPr id="4" name="Shape 1"/>
          <p:cNvSpPr/>
          <p:nvPr/>
        </p:nvSpPr>
        <p:spPr>
          <a:xfrm>
            <a:off x="548640" y="1463040"/>
            <a:ext cx="3566160" cy="3200400"/>
          </a:xfrm>
          <a:prstGeom prst="roundRect">
            <a:avLst>
              <a:gd name="adj" fmla="val 3429"/>
            </a:avLst>
          </a:prstGeom>
          <a:solidFill>
            <a:schemeClr val="bg2"/>
          </a:solidFill>
          <a:ln/>
        </p:spPr>
      </p:sp>
      <p:sp>
        <p:nvSpPr>
          <p:cNvPr id="5" name="Shape 2"/>
          <p:cNvSpPr/>
          <p:nvPr/>
        </p:nvSpPr>
        <p:spPr>
          <a:xfrm>
            <a:off x="777240" y="1691640"/>
            <a:ext cx="566928" cy="566928"/>
          </a:xfrm>
          <a:prstGeom prst="ellipse">
            <a:avLst/>
          </a:prstGeom>
          <a:solidFill>
            <a:schemeClr val="accent2"/>
          </a:solidFill>
          <a:ln/>
        </p:spPr>
      </p:sp>
      <p:pic>
        <p:nvPicPr>
          <p:cNvPr id="6" name="Image 0" descr="FaLayerGroup">    </p:cNvPr>
          <p:cNvPicPr>
            <a:picLocks noChangeAspect="1"/>
          </p:cNvPicPr>
          <p:nvPr/>
        </p:nvPicPr>
        <p:blipFill>
          <a:blip r:embed="rId1"/>
          <a:stretch>
            <a:fillRect/>
          </a:stretch>
        </p:blipFill>
        <p:spPr>
          <a:xfrm>
            <a:off x="930311" y="1844711"/>
            <a:ext cx="260787" cy="260787"/>
          </a:xfrm>
          <a:prstGeom prst="rect">
            <a:avLst/>
          </a:prstGeom>
        </p:spPr>
      </p:pic>
      <p:sp>
        <p:nvSpPr>
          <p:cNvPr id="7" name="Text 3"/>
          <p:cNvSpPr txBox="1"/>
          <p:nvPr/>
        </p:nvSpPr>
        <p:spPr>
          <a:xfrm>
            <a:off x="777240" y="2395728"/>
            <a:ext cx="3108960" cy="411480"/>
          </a:xfrm>
          <a:prstGeom prst="rect">
            <a:avLst/>
          </a:prstGeom>
          <a:noFill/>
          <a:ln/>
        </p:spPr>
        <p:txBody>
          <a:bodyPr wrap="square" lIns="0" tIns="0" rIns="0" bIns="0" rtlCol="0" anchor="t"/>
          <a:lstStyle/>
          <a:p>
            <a:pPr indent="0" marL="0">
              <a:buNone/>
            </a:pPr>
            <a:r>
              <a:rPr lang="en-US" sz="1900" b="1" dirty="0">
                <a:solidFill>
                  <a:schemeClr val="tx2"/>
                </a:solidFill>
              </a:rPr>
              <a:t>전경 · 중경 · 배경</a:t>
            </a:r>
            <a:endParaRPr lang="en-US" sz="1900" dirty="0"/>
          </a:p>
        </p:txBody>
      </p:sp>
      <p:sp>
        <p:nvSpPr>
          <p:cNvPr id="8" name="Text 4"/>
          <p:cNvSpPr txBox="1"/>
          <p:nvPr/>
        </p:nvSpPr>
        <p:spPr>
          <a:xfrm>
            <a:off x="777240" y="2825496"/>
            <a:ext cx="3108960" cy="1655064"/>
          </a:xfrm>
          <a:prstGeom prst="rect">
            <a:avLst/>
          </a:prstGeom>
          <a:noFill/>
          <a:ln/>
        </p:spPr>
        <p:txBody>
          <a:bodyPr wrap="square" lIns="0" tIns="0" rIns="0" bIns="0" rtlCol="0" anchor="t"/>
          <a:lstStyle/>
          <a:p>
            <a:pPr indent="0" marL="0">
              <a:buNone/>
            </a:pPr>
            <a:r>
              <a:rPr lang="en-US" sz="1500" dirty="0">
                <a:solidFill>
                  <a:schemeClr val="tx1"/>
                </a:solidFill>
              </a:rPr>
              <a:t>앞에 무언가를 살짝 걸치면 화면에 깊이가 생겨요</a:t>
            </a:r>
            <a:endParaRPr lang="en-US" sz="1500" dirty="0"/>
          </a:p>
        </p:txBody>
      </p:sp>
      <p:sp>
        <p:nvSpPr>
          <p:cNvPr id="9" name="Shape 5"/>
          <p:cNvSpPr/>
          <p:nvPr/>
        </p:nvSpPr>
        <p:spPr>
          <a:xfrm>
            <a:off x="4297680" y="1463040"/>
            <a:ext cx="3566160" cy="3200400"/>
          </a:xfrm>
          <a:prstGeom prst="roundRect">
            <a:avLst>
              <a:gd name="adj" fmla="val 3429"/>
            </a:avLst>
          </a:prstGeom>
          <a:solidFill>
            <a:schemeClr val="bg2"/>
          </a:solidFill>
          <a:ln/>
        </p:spPr>
      </p:sp>
      <p:sp>
        <p:nvSpPr>
          <p:cNvPr id="10" name="Shape 6"/>
          <p:cNvSpPr/>
          <p:nvPr/>
        </p:nvSpPr>
        <p:spPr>
          <a:xfrm>
            <a:off x="4526280" y="1691640"/>
            <a:ext cx="566928" cy="566928"/>
          </a:xfrm>
          <a:prstGeom prst="ellipse">
            <a:avLst/>
          </a:prstGeom>
          <a:solidFill>
            <a:schemeClr val="accent4"/>
          </a:solidFill>
          <a:ln/>
        </p:spPr>
      </p:sp>
      <p:pic>
        <p:nvPicPr>
          <p:cNvPr id="11" name="Image 1" descr="FaBorderAll">    </p:cNvPr>
          <p:cNvPicPr>
            <a:picLocks noChangeAspect="1"/>
          </p:cNvPicPr>
          <p:nvPr/>
        </p:nvPicPr>
        <p:blipFill>
          <a:blip r:embed="rId2"/>
          <a:stretch>
            <a:fillRect/>
          </a:stretch>
        </p:blipFill>
        <p:spPr>
          <a:xfrm>
            <a:off x="4679351" y="1844711"/>
            <a:ext cx="260787" cy="260787"/>
          </a:xfrm>
          <a:prstGeom prst="rect">
            <a:avLst/>
          </a:prstGeom>
        </p:spPr>
      </p:pic>
      <p:sp>
        <p:nvSpPr>
          <p:cNvPr id="12" name="Text 7"/>
          <p:cNvSpPr txBox="1"/>
          <p:nvPr/>
        </p:nvSpPr>
        <p:spPr>
          <a:xfrm>
            <a:off x="4526280" y="2395728"/>
            <a:ext cx="3108960" cy="411480"/>
          </a:xfrm>
          <a:prstGeom prst="rect">
            <a:avLst/>
          </a:prstGeom>
          <a:noFill/>
          <a:ln/>
        </p:spPr>
        <p:txBody>
          <a:bodyPr wrap="square" lIns="0" tIns="0" rIns="0" bIns="0" rtlCol="0" anchor="t"/>
          <a:lstStyle/>
          <a:p>
            <a:pPr indent="0" marL="0">
              <a:buNone/>
            </a:pPr>
            <a:r>
              <a:rPr lang="en-US" sz="1900" b="1" dirty="0">
                <a:solidFill>
                  <a:schemeClr val="tx2"/>
                </a:solidFill>
              </a:rPr>
              <a:t>프레임 속 프레임</a:t>
            </a:r>
            <a:endParaRPr lang="en-US" sz="1900" dirty="0"/>
          </a:p>
        </p:txBody>
      </p:sp>
      <p:sp>
        <p:nvSpPr>
          <p:cNvPr id="13" name="Text 8"/>
          <p:cNvSpPr txBox="1"/>
          <p:nvPr/>
        </p:nvSpPr>
        <p:spPr>
          <a:xfrm>
            <a:off x="4526280" y="2825496"/>
            <a:ext cx="3108960" cy="1655064"/>
          </a:xfrm>
          <a:prstGeom prst="rect">
            <a:avLst/>
          </a:prstGeom>
          <a:noFill/>
          <a:ln/>
        </p:spPr>
        <p:txBody>
          <a:bodyPr wrap="square" lIns="0" tIns="0" rIns="0" bIns="0" rtlCol="0" anchor="t"/>
          <a:lstStyle/>
          <a:p>
            <a:pPr indent="0" marL="0">
              <a:buNone/>
            </a:pPr>
            <a:r>
              <a:rPr lang="en-US" sz="1500" dirty="0">
                <a:solidFill>
                  <a:schemeClr val="tx1"/>
                </a:solidFill>
              </a:rPr>
              <a:t>문 · 창문 · 나뭇가지로 주인공을 한 번 더 감싸기</a:t>
            </a:r>
            <a:endParaRPr lang="en-US" sz="1500" dirty="0"/>
          </a:p>
        </p:txBody>
      </p:sp>
      <p:sp>
        <p:nvSpPr>
          <p:cNvPr id="14" name="Shape 9"/>
          <p:cNvSpPr/>
          <p:nvPr/>
        </p:nvSpPr>
        <p:spPr>
          <a:xfrm>
            <a:off x="8046720" y="1463040"/>
            <a:ext cx="3566160" cy="3200400"/>
          </a:xfrm>
          <a:prstGeom prst="roundRect">
            <a:avLst>
              <a:gd name="adj" fmla="val 3429"/>
            </a:avLst>
          </a:prstGeom>
          <a:solidFill>
            <a:schemeClr val="bg2"/>
          </a:solidFill>
          <a:ln/>
        </p:spPr>
      </p:sp>
      <p:sp>
        <p:nvSpPr>
          <p:cNvPr id="15" name="Shape 10"/>
          <p:cNvSpPr/>
          <p:nvPr/>
        </p:nvSpPr>
        <p:spPr>
          <a:xfrm>
            <a:off x="8275320" y="1691640"/>
            <a:ext cx="566928" cy="566928"/>
          </a:xfrm>
          <a:prstGeom prst="ellipse">
            <a:avLst/>
          </a:prstGeom>
          <a:solidFill>
            <a:schemeClr val="accent3"/>
          </a:solidFill>
          <a:ln/>
        </p:spPr>
      </p:sp>
      <p:pic>
        <p:nvPicPr>
          <p:cNvPr id="16" name="Image 2" descr="FaGripLines">    </p:cNvPr>
          <p:cNvPicPr>
            <a:picLocks noChangeAspect="1"/>
          </p:cNvPicPr>
          <p:nvPr/>
        </p:nvPicPr>
        <p:blipFill>
          <a:blip r:embed="rId3"/>
          <a:stretch>
            <a:fillRect/>
          </a:stretch>
        </p:blipFill>
        <p:spPr>
          <a:xfrm>
            <a:off x="8428391" y="1844711"/>
            <a:ext cx="260787" cy="260787"/>
          </a:xfrm>
          <a:prstGeom prst="rect">
            <a:avLst/>
          </a:prstGeom>
        </p:spPr>
      </p:pic>
      <p:sp>
        <p:nvSpPr>
          <p:cNvPr id="17" name="Text 11"/>
          <p:cNvSpPr txBox="1"/>
          <p:nvPr/>
        </p:nvSpPr>
        <p:spPr>
          <a:xfrm>
            <a:off x="8275320" y="2395728"/>
            <a:ext cx="3108960" cy="411480"/>
          </a:xfrm>
          <a:prstGeom prst="rect">
            <a:avLst/>
          </a:prstGeom>
          <a:noFill/>
          <a:ln/>
        </p:spPr>
        <p:txBody>
          <a:bodyPr wrap="square" lIns="0" tIns="0" rIns="0" bIns="0" rtlCol="0" anchor="t"/>
          <a:lstStyle/>
          <a:p>
            <a:pPr indent="0" marL="0">
              <a:buNone/>
            </a:pPr>
            <a:r>
              <a:rPr lang="en-US" sz="1900" b="1" dirty="0">
                <a:solidFill>
                  <a:schemeClr val="tx2"/>
                </a:solidFill>
              </a:rPr>
              <a:t>반복과 깨짐</a:t>
            </a:r>
            <a:endParaRPr lang="en-US" sz="1900" dirty="0"/>
          </a:p>
        </p:txBody>
      </p:sp>
      <p:sp>
        <p:nvSpPr>
          <p:cNvPr id="18" name="Text 12"/>
          <p:cNvSpPr txBox="1"/>
          <p:nvPr/>
        </p:nvSpPr>
        <p:spPr>
          <a:xfrm>
            <a:off x="8275320" y="2825496"/>
            <a:ext cx="3108960" cy="1655064"/>
          </a:xfrm>
          <a:prstGeom prst="rect">
            <a:avLst/>
          </a:prstGeom>
          <a:noFill/>
          <a:ln/>
        </p:spPr>
        <p:txBody>
          <a:bodyPr wrap="square" lIns="0" tIns="0" rIns="0" bIns="0" rtlCol="0" anchor="t"/>
          <a:lstStyle/>
          <a:p>
            <a:pPr indent="0" marL="0">
              <a:buNone/>
            </a:pPr>
            <a:r>
              <a:rPr lang="en-US" sz="1500" dirty="0">
                <a:solidFill>
                  <a:schemeClr val="tx1"/>
                </a:solidFill>
              </a:rPr>
              <a:t>같은 것이 늘어선 곳에 다른 하나를 두기</a:t>
            </a:r>
            <a:endParaRPr lang="en-US" sz="1500" dirty="0"/>
          </a:p>
        </p:txBody>
      </p:sp>
      <p:sp>
        <p:nvSpPr>
          <p:cNvPr id="19" name="Shape 13"/>
          <p:cNvSpPr/>
          <p:nvPr/>
        </p:nvSpPr>
        <p:spPr>
          <a:xfrm>
            <a:off x="548640" y="4983480"/>
            <a:ext cx="11064240" cy="502920"/>
          </a:xfrm>
          <a:prstGeom prst="roundRect">
            <a:avLst>
              <a:gd name="adj" fmla="val 18182"/>
            </a:avLst>
          </a:prstGeom>
          <a:solidFill>
            <a:schemeClr val="accent6"/>
          </a:solidFill>
          <a:ln/>
        </p:spPr>
      </p:sp>
      <p:sp>
        <p:nvSpPr>
          <p:cNvPr id="20" name="Text 14"/>
          <p:cNvSpPr txBox="1"/>
          <p:nvPr/>
        </p:nvSpPr>
        <p:spPr>
          <a:xfrm>
            <a:off x="777240" y="498348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학교 공간에서 찾아보기: 복도 끝 창문, 계단 난간, 줄지은 책상</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빛의 방향과 3점 조명</a:t>
            </a:r>
            <a:endParaRPr lang="en-US" sz="3000" dirty="0"/>
          </a:p>
        </p:txBody>
      </p:sp>
      <p:sp>
        <p:nvSpPr>
          <p:cNvPr id="4" name="Shape 1"/>
          <p:cNvSpPr/>
          <p:nvPr/>
        </p:nvSpPr>
        <p:spPr>
          <a:xfrm>
            <a:off x="2834640" y="3017520"/>
            <a:ext cx="731520" cy="731520"/>
          </a:xfrm>
          <a:prstGeom prst="ellipse">
            <a:avLst/>
          </a:prstGeom>
          <a:solidFill>
            <a:schemeClr val="tx2"/>
          </a:solidFill>
          <a:ln/>
        </p:spPr>
      </p:sp>
      <p:sp>
        <p:nvSpPr>
          <p:cNvPr id="5" name="Text 2"/>
          <p:cNvSpPr txBox="1"/>
          <p:nvPr/>
        </p:nvSpPr>
        <p:spPr>
          <a:xfrm>
            <a:off x="2651760" y="3794760"/>
            <a:ext cx="1097280" cy="320040"/>
          </a:xfrm>
          <a:prstGeom prst="rect">
            <a:avLst/>
          </a:prstGeom>
          <a:noFill/>
          <a:ln/>
        </p:spPr>
        <p:txBody>
          <a:bodyPr wrap="square" lIns="0" tIns="0" rIns="0" bIns="0" rtlCol="0" anchor="t"/>
          <a:lstStyle/>
          <a:p>
            <a:pPr algn="ctr" indent="0" marL="0">
              <a:buNone/>
            </a:pPr>
            <a:r>
              <a:rPr lang="en-US" sz="1300" b="1" dirty="0">
                <a:solidFill>
                  <a:schemeClr val="tx2"/>
                </a:solidFill>
              </a:rPr>
              <a:t>사람</a:t>
            </a:r>
            <a:endParaRPr lang="en-US" sz="1300" dirty="0"/>
          </a:p>
        </p:txBody>
      </p:sp>
      <p:sp>
        <p:nvSpPr>
          <p:cNvPr id="6" name="Shape 3"/>
          <p:cNvSpPr/>
          <p:nvPr/>
        </p:nvSpPr>
        <p:spPr>
          <a:xfrm>
            <a:off x="2880360" y="4846320"/>
            <a:ext cx="640080" cy="640080"/>
          </a:xfrm>
          <a:prstGeom prst="ellipse">
            <a:avLst/>
          </a:prstGeom>
          <a:solidFill>
            <a:schemeClr val="accent5"/>
          </a:solidFill>
          <a:ln/>
        </p:spPr>
      </p:sp>
      <p:pic>
        <p:nvPicPr>
          <p:cNvPr id="7" name="Image 0" descr="FaVideo">    </p:cNvPr>
          <p:cNvPicPr>
            <a:picLocks noChangeAspect="1"/>
          </p:cNvPicPr>
          <p:nvPr/>
        </p:nvPicPr>
        <p:blipFill>
          <a:blip r:embed="rId1"/>
          <a:stretch>
            <a:fillRect/>
          </a:stretch>
        </p:blipFill>
        <p:spPr>
          <a:xfrm>
            <a:off x="3053182" y="5019142"/>
            <a:ext cx="294437" cy="294437"/>
          </a:xfrm>
          <a:prstGeom prst="rect">
            <a:avLst/>
          </a:prstGeom>
        </p:spPr>
      </p:pic>
      <p:sp>
        <p:nvSpPr>
          <p:cNvPr id="8" name="Text 4"/>
          <p:cNvSpPr txBox="1"/>
          <p:nvPr/>
        </p:nvSpPr>
        <p:spPr>
          <a:xfrm>
            <a:off x="2651760" y="5486400"/>
            <a:ext cx="1097280" cy="274320"/>
          </a:xfrm>
          <a:prstGeom prst="rect">
            <a:avLst/>
          </a:prstGeom>
          <a:noFill/>
          <a:ln/>
        </p:spPr>
        <p:txBody>
          <a:bodyPr wrap="square" lIns="0" tIns="0" rIns="0" bIns="0" rtlCol="0" anchor="t"/>
          <a:lstStyle/>
          <a:p>
            <a:pPr algn="ctr" indent="0" marL="0">
              <a:buNone/>
            </a:pPr>
            <a:r>
              <a:rPr lang="en-US" sz="1200" dirty="0">
                <a:solidFill>
                  <a:schemeClr val="tx1"/>
                </a:solidFill>
              </a:rPr>
              <a:t>카메라</a:t>
            </a:r>
            <a:endParaRPr lang="en-US" sz="1200" dirty="0"/>
          </a:p>
        </p:txBody>
      </p:sp>
      <p:sp>
        <p:nvSpPr>
          <p:cNvPr id="9" name="Shape 5"/>
          <p:cNvSpPr/>
          <p:nvPr/>
        </p:nvSpPr>
        <p:spPr>
          <a:xfrm>
            <a:off x="1005840" y="3931920"/>
            <a:ext cx="731520" cy="731520"/>
          </a:xfrm>
          <a:prstGeom prst="ellipse">
            <a:avLst/>
          </a:prstGeom>
          <a:solidFill>
            <a:schemeClr val="accent1"/>
          </a:solidFill>
          <a:ln/>
        </p:spPr>
      </p:sp>
      <p:pic>
        <p:nvPicPr>
          <p:cNvPr id="10" name="Image 1" descr="FaSun">    </p:cNvPr>
          <p:cNvPicPr>
            <a:picLocks noChangeAspect="1"/>
          </p:cNvPicPr>
          <p:nvPr/>
        </p:nvPicPr>
        <p:blipFill>
          <a:blip r:embed="rId2"/>
          <a:stretch>
            <a:fillRect/>
          </a:stretch>
        </p:blipFill>
        <p:spPr>
          <a:xfrm>
            <a:off x="1203350" y="4129430"/>
            <a:ext cx="336499" cy="336499"/>
          </a:xfrm>
          <a:prstGeom prst="rect">
            <a:avLst/>
          </a:prstGeom>
        </p:spPr>
      </p:pic>
      <p:sp>
        <p:nvSpPr>
          <p:cNvPr id="11" name="Text 6"/>
          <p:cNvSpPr txBox="1"/>
          <p:nvPr/>
        </p:nvSpPr>
        <p:spPr>
          <a:xfrm>
            <a:off x="548640" y="4709160"/>
            <a:ext cx="1645920" cy="548640"/>
          </a:xfrm>
          <a:prstGeom prst="rect">
            <a:avLst/>
          </a:prstGeom>
          <a:noFill/>
          <a:ln/>
        </p:spPr>
        <p:txBody>
          <a:bodyPr wrap="square" lIns="0" tIns="0" rIns="0" bIns="0" rtlCol="0" anchor="t"/>
          <a:lstStyle/>
          <a:p>
            <a:pPr algn="ctr" indent="0" marL="0">
              <a:buNone/>
            </a:pPr>
            <a:r>
              <a:rPr lang="en-US" sz="1200" b="1" dirty="0">
                <a:solidFill>
                  <a:schemeClr val="tx1"/>
                </a:solidFill>
              </a:rPr>
              <a:t>키 (주 조명)</a:t>
            </a:r>
            <a:endParaRPr lang="en-US" sz="1200" dirty="0"/>
          </a:p>
          <a:p>
            <a:pPr algn="ctr" indent="0" marL="0">
              <a:buNone/>
            </a:pPr>
            <a:r>
              <a:rPr lang="en-US" sz="1200" b="1" dirty="0">
                <a:solidFill>
                  <a:schemeClr val="tx1"/>
                </a:solidFill>
              </a:rPr>
              <a:t>= 창문</a:t>
            </a:r>
            <a:endParaRPr lang="en-US" sz="1200" dirty="0"/>
          </a:p>
        </p:txBody>
      </p:sp>
      <p:sp>
        <p:nvSpPr>
          <p:cNvPr id="12" name="Shape 7"/>
          <p:cNvSpPr/>
          <p:nvPr/>
        </p:nvSpPr>
        <p:spPr>
          <a:xfrm>
            <a:off x="4709160" y="3931920"/>
            <a:ext cx="640080" cy="640080"/>
          </a:xfrm>
          <a:prstGeom prst="ellipse">
            <a:avLst/>
          </a:prstGeom>
          <a:solidFill>
            <a:schemeClr val="accent6"/>
          </a:solidFill>
          <a:ln/>
        </p:spPr>
      </p:sp>
      <p:pic>
        <p:nvPicPr>
          <p:cNvPr id="13" name="Image 2" descr="FaSquare">    </p:cNvPr>
          <p:cNvPicPr>
            <a:picLocks noChangeAspect="1"/>
          </p:cNvPicPr>
          <p:nvPr/>
        </p:nvPicPr>
        <p:blipFill>
          <a:blip r:embed="rId3"/>
          <a:stretch>
            <a:fillRect/>
          </a:stretch>
        </p:blipFill>
        <p:spPr>
          <a:xfrm>
            <a:off x="4881982" y="4104742"/>
            <a:ext cx="294437" cy="294437"/>
          </a:xfrm>
          <a:prstGeom prst="rect">
            <a:avLst/>
          </a:prstGeom>
        </p:spPr>
      </p:pic>
      <p:sp>
        <p:nvSpPr>
          <p:cNvPr id="14" name="Text 8"/>
          <p:cNvSpPr txBox="1"/>
          <p:nvPr/>
        </p:nvSpPr>
        <p:spPr>
          <a:xfrm>
            <a:off x="4206240" y="4617720"/>
            <a:ext cx="1645920" cy="548640"/>
          </a:xfrm>
          <a:prstGeom prst="rect">
            <a:avLst/>
          </a:prstGeom>
          <a:noFill/>
          <a:ln/>
        </p:spPr>
        <p:txBody>
          <a:bodyPr wrap="square" lIns="0" tIns="0" rIns="0" bIns="0" rtlCol="0" anchor="t"/>
          <a:lstStyle/>
          <a:p>
            <a:pPr algn="ctr" indent="0" marL="0">
              <a:buNone/>
            </a:pPr>
            <a:r>
              <a:rPr lang="en-US" sz="1200" b="1" dirty="0">
                <a:solidFill>
                  <a:schemeClr val="tx1"/>
                </a:solidFill>
              </a:rPr>
              <a:t>필 (그림자 채움)</a:t>
            </a:r>
            <a:endParaRPr lang="en-US" sz="1200" dirty="0"/>
          </a:p>
          <a:p>
            <a:pPr algn="ctr" indent="0" marL="0">
              <a:buNone/>
            </a:pPr>
            <a:r>
              <a:rPr lang="en-US" sz="1200" b="1" dirty="0">
                <a:solidFill>
                  <a:schemeClr val="tx1"/>
                </a:solidFill>
              </a:rPr>
              <a:t>= 흰 종이</a:t>
            </a:r>
            <a:endParaRPr lang="en-US" sz="1200" dirty="0"/>
          </a:p>
        </p:txBody>
      </p:sp>
      <p:sp>
        <p:nvSpPr>
          <p:cNvPr id="15" name="Shape 9"/>
          <p:cNvSpPr/>
          <p:nvPr/>
        </p:nvSpPr>
        <p:spPr>
          <a:xfrm>
            <a:off x="2880360" y="1645920"/>
            <a:ext cx="640080" cy="640080"/>
          </a:xfrm>
          <a:prstGeom prst="ellipse">
            <a:avLst/>
          </a:prstGeom>
          <a:solidFill>
            <a:schemeClr val="accent4"/>
          </a:solidFill>
          <a:ln/>
        </p:spPr>
      </p:sp>
      <p:pic>
        <p:nvPicPr>
          <p:cNvPr id="16" name="Image 3" descr="FaLightbulb">    </p:cNvPr>
          <p:cNvPicPr>
            <a:picLocks noChangeAspect="1"/>
          </p:cNvPicPr>
          <p:nvPr/>
        </p:nvPicPr>
        <p:blipFill>
          <a:blip r:embed="rId4"/>
          <a:stretch>
            <a:fillRect/>
          </a:stretch>
        </p:blipFill>
        <p:spPr>
          <a:xfrm>
            <a:off x="3053182" y="1818742"/>
            <a:ext cx="294437" cy="294437"/>
          </a:xfrm>
          <a:prstGeom prst="rect">
            <a:avLst/>
          </a:prstGeom>
        </p:spPr>
      </p:pic>
      <p:sp>
        <p:nvSpPr>
          <p:cNvPr id="17" name="Text 10"/>
          <p:cNvSpPr txBox="1"/>
          <p:nvPr/>
        </p:nvSpPr>
        <p:spPr>
          <a:xfrm>
            <a:off x="2011680" y="2331720"/>
            <a:ext cx="2377440" cy="274320"/>
          </a:xfrm>
          <a:prstGeom prst="rect">
            <a:avLst/>
          </a:prstGeom>
          <a:noFill/>
          <a:ln/>
        </p:spPr>
        <p:txBody>
          <a:bodyPr wrap="square" lIns="0" tIns="0" rIns="0" bIns="0" rtlCol="0" anchor="t"/>
          <a:lstStyle/>
          <a:p>
            <a:pPr algn="ctr" indent="0" marL="0">
              <a:buNone/>
            </a:pPr>
            <a:r>
              <a:rPr lang="en-US" sz="1200" b="1" dirty="0">
                <a:solidFill>
                  <a:schemeClr val="tx1"/>
                </a:solidFill>
              </a:rPr>
              <a:t>백 (윤곽) = 뒤쪽 스탠드</a:t>
            </a:r>
            <a:endParaRPr lang="en-US" sz="1200" dirty="0"/>
          </a:p>
        </p:txBody>
      </p:sp>
      <p:sp>
        <p:nvSpPr>
          <p:cNvPr id="18" name="Text 11"/>
          <p:cNvSpPr txBox="1"/>
          <p:nvPr/>
        </p:nvSpPr>
        <p:spPr>
          <a:xfrm>
            <a:off x="6400800" y="1417320"/>
            <a:ext cx="5212080" cy="411480"/>
          </a:xfrm>
          <a:prstGeom prst="rect">
            <a:avLst/>
          </a:prstGeom>
          <a:noFill/>
          <a:ln/>
        </p:spPr>
        <p:txBody>
          <a:bodyPr wrap="square" lIns="0" tIns="0" rIns="0" bIns="0" rtlCol="0" anchor="t"/>
          <a:lstStyle/>
          <a:p>
            <a:pPr indent="0" marL="0">
              <a:buNone/>
            </a:pPr>
            <a:r>
              <a:rPr lang="en-US" sz="1800" b="1" dirty="0">
                <a:solidFill>
                  <a:schemeClr val="tx2"/>
                </a:solidFill>
              </a:rPr>
              <a:t>빛의 방향 네 가지</a:t>
            </a:r>
            <a:endParaRPr lang="en-US" sz="1800" dirty="0"/>
          </a:p>
        </p:txBody>
      </p:sp>
      <p:sp>
        <p:nvSpPr>
          <p:cNvPr id="19" name="Shape 12"/>
          <p:cNvSpPr/>
          <p:nvPr/>
        </p:nvSpPr>
        <p:spPr>
          <a:xfrm>
            <a:off x="6400800" y="1920240"/>
            <a:ext cx="5212080" cy="731520"/>
          </a:xfrm>
          <a:prstGeom prst="roundRect">
            <a:avLst>
              <a:gd name="adj" fmla="val 15000"/>
            </a:avLst>
          </a:prstGeom>
          <a:solidFill>
            <a:schemeClr val="bg2"/>
          </a:solidFill>
          <a:ln/>
        </p:spPr>
      </p:sp>
      <p:sp>
        <p:nvSpPr>
          <p:cNvPr id="20" name="Text 13"/>
          <p:cNvSpPr txBox="1"/>
          <p:nvPr/>
        </p:nvSpPr>
        <p:spPr>
          <a:xfrm>
            <a:off x="6629400" y="1920240"/>
            <a:ext cx="1188720" cy="731520"/>
          </a:xfrm>
          <a:prstGeom prst="rect">
            <a:avLst/>
          </a:prstGeom>
          <a:noFill/>
          <a:ln/>
        </p:spPr>
        <p:txBody>
          <a:bodyPr wrap="square" lIns="0" tIns="0" rIns="0" bIns="0" rtlCol="0" anchor="ctr"/>
          <a:lstStyle/>
          <a:p>
            <a:pPr indent="0" marL="0">
              <a:buNone/>
            </a:pPr>
            <a:r>
              <a:rPr lang="en-US" sz="1700" b="1" dirty="0">
                <a:solidFill>
                  <a:schemeClr val="accent3"/>
                </a:solidFill>
              </a:rPr>
              <a:t>순광</a:t>
            </a:r>
            <a:endParaRPr lang="en-US" sz="1700" dirty="0"/>
          </a:p>
        </p:txBody>
      </p:sp>
      <p:sp>
        <p:nvSpPr>
          <p:cNvPr id="21" name="Text 14"/>
          <p:cNvSpPr txBox="1"/>
          <p:nvPr/>
        </p:nvSpPr>
        <p:spPr>
          <a:xfrm>
            <a:off x="7863840" y="1920240"/>
            <a:ext cx="3657600" cy="731520"/>
          </a:xfrm>
          <a:prstGeom prst="rect">
            <a:avLst/>
          </a:prstGeom>
          <a:noFill/>
          <a:ln/>
        </p:spPr>
        <p:txBody>
          <a:bodyPr wrap="square" lIns="0" tIns="0" rIns="0" bIns="0" rtlCol="0" anchor="ctr"/>
          <a:lstStyle/>
          <a:p>
            <a:pPr indent="0" marL="0">
              <a:buNone/>
            </a:pPr>
            <a:r>
              <a:rPr lang="en-US" sz="1500" dirty="0">
                <a:solidFill>
                  <a:schemeClr val="tx1"/>
                </a:solidFill>
              </a:rPr>
              <a:t>정면 · 밝고 선명</a:t>
            </a:r>
            <a:endParaRPr lang="en-US" sz="1500" dirty="0"/>
          </a:p>
        </p:txBody>
      </p:sp>
      <p:sp>
        <p:nvSpPr>
          <p:cNvPr id="22" name="Shape 15"/>
          <p:cNvSpPr/>
          <p:nvPr/>
        </p:nvSpPr>
        <p:spPr>
          <a:xfrm>
            <a:off x="6400800" y="2788920"/>
            <a:ext cx="5212080" cy="731520"/>
          </a:xfrm>
          <a:prstGeom prst="roundRect">
            <a:avLst>
              <a:gd name="adj" fmla="val 15000"/>
            </a:avLst>
          </a:prstGeom>
          <a:solidFill>
            <a:schemeClr val="bg2"/>
          </a:solidFill>
          <a:ln/>
        </p:spPr>
      </p:sp>
      <p:sp>
        <p:nvSpPr>
          <p:cNvPr id="23" name="Text 16"/>
          <p:cNvSpPr txBox="1"/>
          <p:nvPr/>
        </p:nvSpPr>
        <p:spPr>
          <a:xfrm>
            <a:off x="6629400" y="2788920"/>
            <a:ext cx="1188720" cy="731520"/>
          </a:xfrm>
          <a:prstGeom prst="rect">
            <a:avLst/>
          </a:prstGeom>
          <a:noFill/>
          <a:ln/>
        </p:spPr>
        <p:txBody>
          <a:bodyPr wrap="square" lIns="0" tIns="0" rIns="0" bIns="0" rtlCol="0" anchor="ctr"/>
          <a:lstStyle/>
          <a:p>
            <a:pPr indent="0" marL="0">
              <a:buNone/>
            </a:pPr>
            <a:r>
              <a:rPr lang="en-US" sz="1700" b="1" dirty="0">
                <a:solidFill>
                  <a:schemeClr val="accent3"/>
                </a:solidFill>
              </a:rPr>
              <a:t>측광</a:t>
            </a:r>
            <a:endParaRPr lang="en-US" sz="1700" dirty="0"/>
          </a:p>
        </p:txBody>
      </p:sp>
      <p:sp>
        <p:nvSpPr>
          <p:cNvPr id="24" name="Text 17"/>
          <p:cNvSpPr txBox="1"/>
          <p:nvPr/>
        </p:nvSpPr>
        <p:spPr>
          <a:xfrm>
            <a:off x="7863840" y="2788920"/>
            <a:ext cx="3657600" cy="731520"/>
          </a:xfrm>
          <a:prstGeom prst="rect">
            <a:avLst/>
          </a:prstGeom>
          <a:noFill/>
          <a:ln/>
        </p:spPr>
        <p:txBody>
          <a:bodyPr wrap="square" lIns="0" tIns="0" rIns="0" bIns="0" rtlCol="0" anchor="ctr"/>
          <a:lstStyle/>
          <a:p>
            <a:pPr indent="0" marL="0">
              <a:buNone/>
            </a:pPr>
            <a:r>
              <a:rPr lang="en-US" sz="1500" dirty="0">
                <a:solidFill>
                  <a:schemeClr val="tx1"/>
                </a:solidFill>
              </a:rPr>
              <a:t>옆 · 입체감과 분위기</a:t>
            </a:r>
            <a:endParaRPr lang="en-US" sz="1500" dirty="0"/>
          </a:p>
        </p:txBody>
      </p:sp>
      <p:sp>
        <p:nvSpPr>
          <p:cNvPr id="25" name="Shape 18"/>
          <p:cNvSpPr/>
          <p:nvPr/>
        </p:nvSpPr>
        <p:spPr>
          <a:xfrm>
            <a:off x="6400800" y="3657600"/>
            <a:ext cx="5212080" cy="731520"/>
          </a:xfrm>
          <a:prstGeom prst="roundRect">
            <a:avLst>
              <a:gd name="adj" fmla="val 15000"/>
            </a:avLst>
          </a:prstGeom>
          <a:solidFill>
            <a:schemeClr val="bg2"/>
          </a:solidFill>
          <a:ln/>
        </p:spPr>
      </p:sp>
      <p:sp>
        <p:nvSpPr>
          <p:cNvPr id="26" name="Text 19"/>
          <p:cNvSpPr txBox="1"/>
          <p:nvPr/>
        </p:nvSpPr>
        <p:spPr>
          <a:xfrm>
            <a:off x="6629400" y="3657600"/>
            <a:ext cx="1188720" cy="731520"/>
          </a:xfrm>
          <a:prstGeom prst="rect">
            <a:avLst/>
          </a:prstGeom>
          <a:noFill/>
          <a:ln/>
        </p:spPr>
        <p:txBody>
          <a:bodyPr wrap="square" lIns="0" tIns="0" rIns="0" bIns="0" rtlCol="0" anchor="ctr"/>
          <a:lstStyle/>
          <a:p>
            <a:pPr indent="0" marL="0">
              <a:buNone/>
            </a:pPr>
            <a:r>
              <a:rPr lang="en-US" sz="1700" b="1" dirty="0">
                <a:solidFill>
                  <a:schemeClr val="accent3"/>
                </a:solidFill>
              </a:rPr>
              <a:t>역광</a:t>
            </a:r>
            <a:endParaRPr lang="en-US" sz="1700" dirty="0"/>
          </a:p>
        </p:txBody>
      </p:sp>
      <p:sp>
        <p:nvSpPr>
          <p:cNvPr id="27" name="Text 20"/>
          <p:cNvSpPr txBox="1"/>
          <p:nvPr/>
        </p:nvSpPr>
        <p:spPr>
          <a:xfrm>
            <a:off x="7863840" y="3657600"/>
            <a:ext cx="3657600" cy="731520"/>
          </a:xfrm>
          <a:prstGeom prst="rect">
            <a:avLst/>
          </a:prstGeom>
          <a:noFill/>
          <a:ln/>
        </p:spPr>
        <p:txBody>
          <a:bodyPr wrap="square" lIns="0" tIns="0" rIns="0" bIns="0" rtlCol="0" anchor="ctr"/>
          <a:lstStyle/>
          <a:p>
            <a:pPr indent="0" marL="0">
              <a:buNone/>
            </a:pPr>
            <a:r>
              <a:rPr lang="en-US" sz="1500" dirty="0">
                <a:solidFill>
                  <a:schemeClr val="tx1"/>
                </a:solidFill>
              </a:rPr>
              <a:t>뒤 · 얼굴이 어두움 → 반사판</a:t>
            </a:r>
            <a:endParaRPr lang="en-US" sz="1500" dirty="0"/>
          </a:p>
        </p:txBody>
      </p:sp>
      <p:sp>
        <p:nvSpPr>
          <p:cNvPr id="28" name="Shape 21"/>
          <p:cNvSpPr/>
          <p:nvPr/>
        </p:nvSpPr>
        <p:spPr>
          <a:xfrm>
            <a:off x="6400800" y="4526280"/>
            <a:ext cx="5212080" cy="731520"/>
          </a:xfrm>
          <a:prstGeom prst="roundRect">
            <a:avLst>
              <a:gd name="adj" fmla="val 15000"/>
            </a:avLst>
          </a:prstGeom>
          <a:solidFill>
            <a:schemeClr val="bg2"/>
          </a:solidFill>
          <a:ln/>
        </p:spPr>
      </p:sp>
      <p:sp>
        <p:nvSpPr>
          <p:cNvPr id="29" name="Text 22"/>
          <p:cNvSpPr txBox="1"/>
          <p:nvPr/>
        </p:nvSpPr>
        <p:spPr>
          <a:xfrm>
            <a:off x="6629400" y="4526280"/>
            <a:ext cx="1188720" cy="731520"/>
          </a:xfrm>
          <a:prstGeom prst="rect">
            <a:avLst/>
          </a:prstGeom>
          <a:noFill/>
          <a:ln/>
        </p:spPr>
        <p:txBody>
          <a:bodyPr wrap="square" lIns="0" tIns="0" rIns="0" bIns="0" rtlCol="0" anchor="ctr"/>
          <a:lstStyle/>
          <a:p>
            <a:pPr indent="0" marL="0">
              <a:buNone/>
            </a:pPr>
            <a:r>
              <a:rPr lang="en-US" sz="1700" b="1" dirty="0">
                <a:solidFill>
                  <a:schemeClr val="accent3"/>
                </a:solidFill>
              </a:rPr>
              <a:t>그늘</a:t>
            </a:r>
            <a:endParaRPr lang="en-US" sz="1700" dirty="0"/>
          </a:p>
        </p:txBody>
      </p:sp>
      <p:sp>
        <p:nvSpPr>
          <p:cNvPr id="30" name="Text 23"/>
          <p:cNvSpPr txBox="1"/>
          <p:nvPr/>
        </p:nvSpPr>
        <p:spPr>
          <a:xfrm>
            <a:off x="7863840" y="4526280"/>
            <a:ext cx="3657600" cy="731520"/>
          </a:xfrm>
          <a:prstGeom prst="rect">
            <a:avLst/>
          </a:prstGeom>
          <a:noFill/>
          <a:ln/>
        </p:spPr>
        <p:txBody>
          <a:bodyPr wrap="square" lIns="0" tIns="0" rIns="0" bIns="0" rtlCol="0" anchor="ctr"/>
          <a:lstStyle/>
          <a:p>
            <a:pPr indent="0" marL="0">
              <a:buNone/>
            </a:pPr>
            <a:r>
              <a:rPr lang="en-US" sz="1500" dirty="0">
                <a:solidFill>
                  <a:schemeClr val="tx1"/>
                </a:solidFill>
              </a:rPr>
              <a:t>부드럽고 고르게</a:t>
            </a:r>
            <a:endParaRPr lang="en-US" sz="1500" dirty="0"/>
          </a:p>
        </p:txBody>
      </p:sp>
      <p:sp>
        <p:nvSpPr>
          <p:cNvPr id="31" name="Text 24"/>
          <p:cNvSpPr txBox="1"/>
          <p:nvPr/>
        </p:nvSpPr>
        <p:spPr>
          <a:xfrm>
            <a:off x="6400800" y="5486400"/>
            <a:ext cx="5212080" cy="365760"/>
          </a:xfrm>
          <a:prstGeom prst="rect">
            <a:avLst/>
          </a:prstGeom>
          <a:noFill/>
          <a:ln/>
        </p:spPr>
        <p:txBody>
          <a:bodyPr wrap="square" lIns="0" tIns="0" rIns="0" bIns="0" rtlCol="0" anchor="t"/>
          <a:lstStyle/>
          <a:p>
            <a:pPr indent="0" marL="0">
              <a:buNone/>
            </a:pPr>
            <a:r>
              <a:rPr lang="en-US" sz="1400" b="1" dirty="0">
                <a:solidFill>
                  <a:schemeClr val="accent3"/>
                </a:solidFill>
              </a:rPr>
              <a:t>역광은 흰 종이 한 장으로 살린다 — 6교시에 직접</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실습 · 구도 사진 미션 + AI 피드백 (25분)</a:t>
            </a:r>
            <a:endParaRPr lang="en-US" sz="3000" dirty="0"/>
          </a:p>
        </p:txBody>
      </p:sp>
      <p:sp>
        <p:nvSpPr>
          <p:cNvPr id="4" name="Text 1"/>
          <p:cNvSpPr txBox="1"/>
          <p:nvPr/>
        </p:nvSpPr>
        <p:spPr>
          <a:xfrm>
            <a:off x="548640" y="1371600"/>
            <a:ext cx="5303520" cy="411480"/>
          </a:xfrm>
          <a:prstGeom prst="rect">
            <a:avLst/>
          </a:prstGeom>
          <a:noFill/>
          <a:ln/>
        </p:spPr>
        <p:txBody>
          <a:bodyPr wrap="square" lIns="0" tIns="0" rIns="0" bIns="0" rtlCol="0" anchor="t"/>
          <a:lstStyle/>
          <a:p>
            <a:pPr indent="0" marL="0">
              <a:buNone/>
            </a:pPr>
            <a:r>
              <a:rPr lang="en-US" sz="1800" b="1" dirty="0">
                <a:solidFill>
                  <a:schemeClr val="tx2"/>
                </a:solidFill>
              </a:rPr>
              <a:t>학교 공간에서 15분</a:t>
            </a:r>
            <a:endParaRPr lang="en-US" sz="1800" dirty="0"/>
          </a:p>
        </p:txBody>
      </p:sp>
      <p:sp>
        <p:nvSpPr>
          <p:cNvPr id="5" name="Text 2"/>
          <p:cNvSpPr txBox="1"/>
          <p:nvPr/>
        </p:nvSpPr>
        <p:spPr>
          <a:xfrm>
            <a:off x="548640" y="1874520"/>
            <a:ext cx="5303520" cy="3657600"/>
          </a:xfrm>
          <a:prstGeom prst="rect">
            <a:avLst/>
          </a:prstGeom>
          <a:noFill/>
          <a:ln/>
        </p:spPr>
        <p:txBody>
          <a:bodyPr wrap="square" lIns="0" tIns="0" rIns="0" bIns="0" rtlCol="0" anchor="t"/>
          <a:lstStyle/>
          <a:p>
            <a:pPr indent="0" marL="0">
              <a:spcAft>
                <a:spcPts val="700"/>
              </a:spcAft>
              <a:buNone/>
            </a:pPr>
            <a:r>
              <a:rPr lang="en-US" sz="1500" dirty="0">
                <a:solidFill>
                  <a:schemeClr val="tx1"/>
                </a:solidFill>
              </a:rPr>
              <a:t>□  삼분할 × 2</a:t>
            </a:r>
            <a:endParaRPr lang="en-US" sz="1500" dirty="0"/>
          </a:p>
          <a:p>
            <a:pPr indent="0" marL="0">
              <a:spcAft>
                <a:spcPts val="700"/>
              </a:spcAft>
              <a:buNone/>
            </a:pPr>
            <a:r>
              <a:rPr lang="en-US" sz="1500" dirty="0">
                <a:solidFill>
                  <a:schemeClr val="tx1"/>
                </a:solidFill>
              </a:rPr>
              <a:t>□  헤드룸 좋은 예 · 나쁜 예</a:t>
            </a:r>
            <a:endParaRPr lang="en-US" sz="1500" dirty="0"/>
          </a:p>
          <a:p>
            <a:pPr indent="0" marL="0">
              <a:spcAft>
                <a:spcPts val="700"/>
              </a:spcAft>
              <a:buNone/>
            </a:pPr>
            <a:r>
              <a:rPr lang="en-US" sz="1500" dirty="0">
                <a:solidFill>
                  <a:schemeClr val="tx1"/>
                </a:solidFill>
              </a:rPr>
              <a:t>□  대칭 × 1</a:t>
            </a:r>
            <a:endParaRPr lang="en-US" sz="1500" dirty="0"/>
          </a:p>
          <a:p>
            <a:pPr indent="0" marL="0">
              <a:spcAft>
                <a:spcPts val="700"/>
              </a:spcAft>
              <a:buNone/>
            </a:pPr>
            <a:r>
              <a:rPr lang="en-US" sz="1500" dirty="0">
                <a:solidFill>
                  <a:schemeClr val="tx1"/>
                </a:solidFill>
              </a:rPr>
              <a:t>□  시선 여백 좋은 예 · 나쁜 예</a:t>
            </a:r>
            <a:endParaRPr lang="en-US" sz="1500" dirty="0"/>
          </a:p>
          <a:p>
            <a:pPr indent="0" marL="0">
              <a:spcAft>
                <a:spcPts val="700"/>
              </a:spcAft>
              <a:buNone/>
            </a:pPr>
            <a:r>
              <a:rPr lang="en-US" sz="1500" dirty="0">
                <a:solidFill>
                  <a:schemeClr val="tx1"/>
                </a:solidFill>
              </a:rPr>
              <a:t>□  리딩 라인 × 1</a:t>
            </a:r>
            <a:endParaRPr lang="en-US" sz="1500" dirty="0"/>
          </a:p>
          <a:p>
            <a:pPr indent="0" marL="0">
              <a:spcAft>
                <a:spcPts val="700"/>
              </a:spcAft>
              <a:buNone/>
            </a:pPr>
            <a:r>
              <a:rPr lang="en-US" sz="1500" dirty="0">
                <a:solidFill>
                  <a:schemeClr val="tx1"/>
                </a:solidFill>
              </a:rPr>
              <a:t>□  탑뷰 × 1</a:t>
            </a:r>
            <a:endParaRPr lang="en-US" sz="1500" dirty="0"/>
          </a:p>
          <a:p>
            <a:pPr indent="0" marL="0">
              <a:spcAft>
                <a:spcPts val="700"/>
              </a:spcAft>
              <a:buNone/>
            </a:pPr>
            <a:r>
              <a:rPr lang="en-US" sz="1500" dirty="0">
                <a:solidFill>
                  <a:schemeClr val="tx1"/>
                </a:solidFill>
              </a:rPr>
              <a:t>□  프레임 속 프레임 × 1</a:t>
            </a:r>
            <a:endParaRPr lang="en-US" sz="1500" dirty="0"/>
          </a:p>
          <a:p>
            <a:pPr indent="0" marL="0">
              <a:spcAft>
                <a:spcPts val="700"/>
              </a:spcAft>
              <a:buNone/>
            </a:pPr>
            <a:r>
              <a:rPr lang="en-US" sz="1500" dirty="0">
                <a:solidFill>
                  <a:schemeClr val="tx1"/>
                </a:solidFill>
              </a:rPr>
              <a:t>□  역광 + 흰 종이 반사판 × 1</a:t>
            </a:r>
            <a:endParaRPr lang="en-US" sz="1500" dirty="0"/>
          </a:p>
        </p:txBody>
      </p:sp>
      <p:sp>
        <p:nvSpPr>
          <p:cNvPr id="6" name="Shape 3"/>
          <p:cNvSpPr/>
          <p:nvPr/>
        </p:nvSpPr>
        <p:spPr>
          <a:xfrm>
            <a:off x="6172200" y="1371600"/>
            <a:ext cx="5440680" cy="2377440"/>
          </a:xfrm>
          <a:prstGeom prst="roundRect">
            <a:avLst>
              <a:gd name="adj" fmla="val 4615"/>
            </a:avLst>
          </a:prstGeom>
          <a:solidFill>
            <a:schemeClr val="bg2"/>
          </a:solidFill>
          <a:ln/>
        </p:spPr>
      </p:sp>
      <p:sp>
        <p:nvSpPr>
          <p:cNvPr id="7" name="Text 4"/>
          <p:cNvSpPr txBox="1"/>
          <p:nvPr/>
        </p:nvSpPr>
        <p:spPr>
          <a:xfrm>
            <a:off x="6400800" y="1508760"/>
            <a:ext cx="4937760" cy="365760"/>
          </a:xfrm>
          <a:prstGeom prst="rect">
            <a:avLst/>
          </a:prstGeom>
          <a:noFill/>
          <a:ln/>
        </p:spPr>
        <p:txBody>
          <a:bodyPr wrap="square" lIns="0" tIns="0" rIns="0" bIns="0" rtlCol="0" anchor="t"/>
          <a:lstStyle/>
          <a:p>
            <a:pPr indent="0" marL="0">
              <a:buNone/>
            </a:pPr>
            <a:r>
              <a:rPr lang="en-US" sz="1600" b="1" dirty="0">
                <a:solidFill>
                  <a:schemeClr val="accent4"/>
                </a:solidFill>
              </a:rPr>
              <a:t>ChatGPT에 사진을 올리고</a:t>
            </a:r>
            <a:endParaRPr lang="en-US" sz="1600" dirty="0"/>
          </a:p>
        </p:txBody>
      </p:sp>
      <p:sp>
        <p:nvSpPr>
          <p:cNvPr id="8" name="Text 5"/>
          <p:cNvSpPr txBox="1"/>
          <p:nvPr/>
        </p:nvSpPr>
        <p:spPr>
          <a:xfrm>
            <a:off x="6400800" y="1920240"/>
            <a:ext cx="4983480" cy="1737360"/>
          </a:xfrm>
          <a:prstGeom prst="rect">
            <a:avLst/>
          </a:prstGeom>
          <a:noFill/>
          <a:ln/>
        </p:spPr>
        <p:txBody>
          <a:bodyPr wrap="square" lIns="0" tIns="0" rIns="0" bIns="0" rtlCol="0" anchor="t"/>
          <a:lstStyle/>
          <a:p>
            <a:pPr indent="0" marL="0">
              <a:buNone/>
            </a:pPr>
            <a:r>
              <a:rPr lang="en-US" sz="1500" dirty="0">
                <a:solidFill>
                  <a:schemeClr val="tx1"/>
                </a:solidFill>
              </a:rPr>
              <a:t>이 사진의 구도에서 좋은 점 1개, 고칠 점 2개를 알려줘. 초보자가 다음 촬영에서 바로 고칠 수 있게, 샷 크기 · 앵글 · 구도 용어를 써서.</a:t>
            </a:r>
            <a:endParaRPr lang="en-US" sz="1500" dirty="0"/>
          </a:p>
        </p:txBody>
      </p:sp>
      <p:sp>
        <p:nvSpPr>
          <p:cNvPr id="9" name="Shape 6"/>
          <p:cNvSpPr/>
          <p:nvPr/>
        </p:nvSpPr>
        <p:spPr>
          <a:xfrm>
            <a:off x="6172200" y="3931920"/>
            <a:ext cx="5440680" cy="1600200"/>
          </a:xfrm>
          <a:prstGeom prst="roundRect">
            <a:avLst>
              <a:gd name="adj" fmla="val 6857"/>
            </a:avLst>
          </a:prstGeom>
          <a:solidFill>
            <a:schemeClr val="accent6"/>
          </a:solidFill>
          <a:ln/>
        </p:spPr>
      </p:sp>
      <p:sp>
        <p:nvSpPr>
          <p:cNvPr id="10" name="Text 7"/>
          <p:cNvSpPr txBox="1"/>
          <p:nvPr/>
        </p:nvSpPr>
        <p:spPr>
          <a:xfrm>
            <a:off x="6400800" y="4041648"/>
            <a:ext cx="4937760" cy="365760"/>
          </a:xfrm>
          <a:prstGeom prst="rect">
            <a:avLst/>
          </a:prstGeom>
          <a:noFill/>
          <a:ln/>
        </p:spPr>
        <p:txBody>
          <a:bodyPr wrap="square" lIns="0" tIns="0" rIns="0" bIns="0" rtlCol="0" anchor="t"/>
          <a:lstStyle/>
          <a:p>
            <a:pPr indent="0" marL="0">
              <a:buNone/>
            </a:pPr>
            <a:r>
              <a:rPr lang="en-US" sz="1600" b="1" dirty="0">
                <a:solidFill>
                  <a:schemeClr val="tx2"/>
                </a:solidFill>
              </a:rPr>
              <a:t>워크북에 한 줄씩</a:t>
            </a:r>
            <a:endParaRPr lang="en-US" sz="1600" dirty="0"/>
          </a:p>
        </p:txBody>
      </p:sp>
      <p:sp>
        <p:nvSpPr>
          <p:cNvPr id="11" name="Text 8"/>
          <p:cNvSpPr txBox="1"/>
          <p:nvPr/>
        </p:nvSpPr>
        <p:spPr>
          <a:xfrm>
            <a:off x="6400800" y="4434840"/>
            <a:ext cx="4937760" cy="914400"/>
          </a:xfrm>
          <a:prstGeom prst="rect">
            <a:avLst/>
          </a:prstGeom>
          <a:noFill/>
          <a:ln/>
        </p:spPr>
        <p:txBody>
          <a:bodyPr wrap="square" lIns="0" tIns="0" rIns="0" bIns="0" rtlCol="0" anchor="t"/>
          <a:lstStyle/>
          <a:p>
            <a:pPr indent="0" marL="0">
              <a:buNone/>
            </a:pPr>
            <a:r>
              <a:rPr lang="en-US" sz="1500" dirty="0">
                <a:solidFill>
                  <a:schemeClr val="tx2"/>
                </a:solidFill>
              </a:rPr>
              <a:t>AI가 맞게 본 것 하나: ________</a:t>
            </a:r>
            <a:endParaRPr lang="en-US" sz="1500" dirty="0"/>
          </a:p>
          <a:p>
            <a:pPr indent="0" marL="0">
              <a:buNone/>
            </a:pPr>
            <a:r>
              <a:rPr lang="en-US" sz="1500" dirty="0">
                <a:solidFill>
                  <a:schemeClr val="tx2"/>
                </a:solidFill>
              </a:rPr>
              <a:t>AI가 놓친 것 하나: ________</a:t>
            </a:r>
            <a:endParaRPr lang="en-US" sz="1500" dirty="0"/>
          </a:p>
        </p:txBody>
      </p:sp>
      <p:sp>
        <p:nvSpPr>
          <p:cNvPr id="12" name="Text 9"/>
          <p:cNvSpPr txBox="1"/>
          <p:nvPr/>
        </p:nvSpPr>
        <p:spPr>
          <a:xfrm>
            <a:off x="6172200" y="5669280"/>
            <a:ext cx="5440680" cy="365760"/>
          </a:xfrm>
          <a:prstGeom prst="rect">
            <a:avLst/>
          </a:prstGeom>
          <a:noFill/>
          <a:ln/>
        </p:spPr>
        <p:txBody>
          <a:bodyPr wrap="square" lIns="0" tIns="0" rIns="0" bIns="0" rtlCol="0" anchor="t"/>
          <a:lstStyle/>
          <a:p>
            <a:pPr indent="0" marL="0">
              <a:buNone/>
            </a:pPr>
            <a:r>
              <a:rPr lang="en-US" sz="1400" b="1" dirty="0">
                <a:solidFill>
                  <a:schemeClr val="accent3"/>
                </a:solidFill>
              </a:rPr>
              <a:t>AI는 규칙을 보고, 사람은 의도를 봅니다</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868680" y="2377440"/>
            <a:ext cx="1463040" cy="1463040"/>
          </a:xfrm>
          <a:prstGeom prst="ellipse">
            <a:avLst/>
          </a:prstGeom>
          <a:solidFill>
            <a:schemeClr val="accent1"/>
          </a:solidFill>
          <a:ln/>
        </p:spPr>
      </p:sp>
      <p:sp>
        <p:nvSpPr>
          <p:cNvPr id="3" name="Text 1"/>
          <p:cNvSpPr txBox="1"/>
          <p:nvPr/>
        </p:nvSpPr>
        <p:spPr>
          <a:xfrm>
            <a:off x="868680" y="2377440"/>
            <a:ext cx="1463040" cy="1463040"/>
          </a:xfrm>
          <a:prstGeom prst="rect">
            <a:avLst/>
          </a:prstGeom>
          <a:noFill/>
          <a:ln/>
        </p:spPr>
        <p:txBody>
          <a:bodyPr wrap="square" lIns="0" tIns="0" rIns="0" bIns="0" rtlCol="0" anchor="ctr"/>
          <a:lstStyle/>
          <a:p>
            <a:pPr algn="ctr" indent="0" marL="0">
              <a:buNone/>
            </a:pPr>
            <a:r>
              <a:rPr lang="en-US" sz="6000" b="1" dirty="0">
                <a:solidFill>
                  <a:schemeClr val="tx2"/>
                </a:solidFill>
              </a:rPr>
              <a:t>6</a:t>
            </a:r>
            <a:endParaRPr lang="en-US" sz="6000" dirty="0"/>
          </a:p>
        </p:txBody>
      </p:sp>
      <p:sp>
        <p:nvSpPr>
          <p:cNvPr id="4" name="Text 2"/>
          <p:cNvSpPr txBox="1"/>
          <p:nvPr/>
        </p:nvSpPr>
        <p:spPr>
          <a:xfrm>
            <a:off x="868680" y="3931920"/>
            <a:ext cx="1463040" cy="365760"/>
          </a:xfrm>
          <a:prstGeom prst="rect">
            <a:avLst/>
          </a:prstGeom>
          <a:noFill/>
          <a:ln/>
        </p:spPr>
        <p:txBody>
          <a:bodyPr wrap="square" lIns="0" tIns="0" rIns="0" bIns="0" rtlCol="0" anchor="t"/>
          <a:lstStyle/>
          <a:p>
            <a:pPr algn="ctr" indent="0" marL="0">
              <a:buNone/>
            </a:pPr>
            <a:r>
              <a:rPr lang="en-US" sz="1600" dirty="0">
                <a:solidFill>
                  <a:schemeClr val="accent6"/>
                </a:solidFill>
              </a:rPr>
              <a:t>교시</a:t>
            </a:r>
            <a:endParaRPr lang="en-US" sz="1600" dirty="0"/>
          </a:p>
        </p:txBody>
      </p:sp>
      <p:sp>
        <p:nvSpPr>
          <p:cNvPr id="5" name="Text 0"/>
          <p:cNvSpPr/>
          <p:nvPr>
            <p:ph idx="100" type="title" hasCustomPrompt="1"/>
          </p:nvPr>
        </p:nvSpPr>
        <p:spPr>
          <a:xfrm>
            <a:off x="2743200" y="2331720"/>
            <a:ext cx="8778240" cy="1188720"/>
          </a:xfrm>
          <a:prstGeom prst="rect">
            <a:avLst/>
          </a:prstGeom>
          <a:noFill/>
          <a:ln/>
        </p:spPr>
        <p:txBody>
          <a:bodyPr wrap="square" lIns="0" tIns="0" rIns="0" bIns="0" rtlCol="0" anchor="b"/>
          <a:lstStyle/>
          <a:p>
            <a:pPr algn="l" indent="0" marL="0">
              <a:buNone/>
            </a:pPr>
            <a:r>
              <a:rPr lang="en-US" sz="4000" b="1" dirty="0">
                <a:solidFill>
                  <a:schemeClr val="bg1"/>
                </a:solidFill>
              </a:rPr>
              <a:t>움직임 · 컷 · 소리, 그리고 장비</a:t>
            </a:r>
            <a:endParaRPr lang="en-US" sz="4000" dirty="0"/>
          </a:p>
        </p:txBody>
      </p:sp>
      <p:sp>
        <p:nvSpPr>
          <p:cNvPr id="6" name="Text 0"/>
          <p:cNvSpPr/>
          <p:nvPr>
            <p:ph idx="101" type="body" hasCustomPrompt="1"/>
          </p:nvPr>
        </p:nvSpPr>
        <p:spPr>
          <a:xfrm>
            <a:off x="2743200" y="3611880"/>
            <a:ext cx="8778240" cy="1097280"/>
          </a:xfrm>
          <a:prstGeom prst="rect">
            <a:avLst/>
          </a:prstGeom>
          <a:noFill/>
          <a:ln/>
        </p:spPr>
        <p:txBody>
          <a:bodyPr wrap="square" lIns="0" tIns="0" rIns="0" bIns="0" rtlCol="0" anchor="t"/>
          <a:lstStyle/>
          <a:p>
            <a:pPr algn="l" indent="0" marL="0">
              <a:buNone/>
            </a:pPr>
            <a:r>
              <a:rPr lang="en-US" sz="1800" dirty="0">
                <a:solidFill>
                  <a:schemeClr val="accent6"/>
                </a:solidFill>
              </a:rPr>
              <a:t>15:40–16:30 · 흔들림 없이, 한 장면을 여러 컷으로, 소리까지</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흔들림 잡기와 카메라 움직임</a:t>
            </a:r>
            <a:endParaRPr lang="en-US" sz="3000" dirty="0"/>
          </a:p>
        </p:txBody>
      </p:sp>
      <p:sp>
        <p:nvSpPr>
          <p:cNvPr id="4" name="Shape 1"/>
          <p:cNvSpPr/>
          <p:nvPr/>
        </p:nvSpPr>
        <p:spPr>
          <a:xfrm>
            <a:off x="548640" y="1417320"/>
            <a:ext cx="2103120" cy="2377440"/>
          </a:xfrm>
          <a:prstGeom prst="roundRect">
            <a:avLst>
              <a:gd name="adj" fmla="val 5217"/>
            </a:avLst>
          </a:prstGeom>
          <a:solidFill>
            <a:schemeClr val="bg2"/>
          </a:solidFill>
          <a:ln/>
        </p:spPr>
      </p:sp>
      <p:sp>
        <p:nvSpPr>
          <p:cNvPr id="5" name="Shape 2"/>
          <p:cNvSpPr/>
          <p:nvPr/>
        </p:nvSpPr>
        <p:spPr>
          <a:xfrm>
            <a:off x="1234440" y="1691640"/>
            <a:ext cx="731520" cy="731520"/>
          </a:xfrm>
          <a:prstGeom prst="ellipse">
            <a:avLst/>
          </a:prstGeom>
          <a:solidFill>
            <a:schemeClr val="accent4"/>
          </a:solidFill>
          <a:ln/>
        </p:spPr>
      </p:sp>
      <p:pic>
        <p:nvPicPr>
          <p:cNvPr id="6" name="Image 0" descr="FaPause">    </p:cNvPr>
          <p:cNvPicPr>
            <a:picLocks noChangeAspect="1"/>
          </p:cNvPicPr>
          <p:nvPr/>
        </p:nvPicPr>
        <p:blipFill>
          <a:blip r:embed="rId1"/>
          <a:stretch>
            <a:fillRect/>
          </a:stretch>
        </p:blipFill>
        <p:spPr>
          <a:xfrm>
            <a:off x="1431950" y="1889150"/>
            <a:ext cx="336499" cy="336499"/>
          </a:xfrm>
          <a:prstGeom prst="rect">
            <a:avLst/>
          </a:prstGeom>
        </p:spPr>
      </p:pic>
      <p:sp>
        <p:nvSpPr>
          <p:cNvPr id="7" name="Text 3"/>
          <p:cNvSpPr txBox="1"/>
          <p:nvPr/>
        </p:nvSpPr>
        <p:spPr>
          <a:xfrm>
            <a:off x="548640" y="2606040"/>
            <a:ext cx="2103120" cy="411480"/>
          </a:xfrm>
          <a:prstGeom prst="rect">
            <a:avLst/>
          </a:prstGeom>
          <a:noFill/>
          <a:ln/>
        </p:spPr>
        <p:txBody>
          <a:bodyPr wrap="square" lIns="0" tIns="0" rIns="0" bIns="0" rtlCol="0" anchor="t"/>
          <a:lstStyle/>
          <a:p>
            <a:pPr algn="ctr" indent="0" marL="0">
              <a:buNone/>
            </a:pPr>
            <a:r>
              <a:rPr lang="en-US" sz="1800" b="1" dirty="0">
                <a:solidFill>
                  <a:schemeClr val="tx2"/>
                </a:solidFill>
              </a:rPr>
              <a:t>고정</a:t>
            </a:r>
            <a:endParaRPr lang="en-US" sz="1800" dirty="0"/>
          </a:p>
        </p:txBody>
      </p:sp>
      <p:sp>
        <p:nvSpPr>
          <p:cNvPr id="8" name="Text 4"/>
          <p:cNvSpPr txBox="1"/>
          <p:nvPr/>
        </p:nvSpPr>
        <p:spPr>
          <a:xfrm>
            <a:off x="548640" y="3017520"/>
            <a:ext cx="2103120" cy="320040"/>
          </a:xfrm>
          <a:prstGeom prst="rect">
            <a:avLst/>
          </a:prstGeom>
          <a:noFill/>
          <a:ln/>
        </p:spPr>
        <p:txBody>
          <a:bodyPr wrap="square" lIns="0" tIns="0" rIns="0" bIns="0" rtlCol="0" anchor="t"/>
          <a:lstStyle/>
          <a:p>
            <a:pPr algn="ctr" indent="0" marL="0">
              <a:buNone/>
            </a:pPr>
            <a:r>
              <a:rPr lang="en-US" sz="1300" dirty="0">
                <a:solidFill>
                  <a:schemeClr val="accent5"/>
                </a:solidFill>
              </a:rPr>
              <a:t>Static</a:t>
            </a:r>
            <a:endParaRPr lang="en-US" sz="1300" dirty="0"/>
          </a:p>
        </p:txBody>
      </p:sp>
      <p:sp>
        <p:nvSpPr>
          <p:cNvPr id="9" name="Shape 5"/>
          <p:cNvSpPr/>
          <p:nvPr/>
        </p:nvSpPr>
        <p:spPr>
          <a:xfrm>
            <a:off x="2798064" y="1417320"/>
            <a:ext cx="2103120" cy="2377440"/>
          </a:xfrm>
          <a:prstGeom prst="roundRect">
            <a:avLst>
              <a:gd name="adj" fmla="val 5217"/>
            </a:avLst>
          </a:prstGeom>
          <a:solidFill>
            <a:schemeClr val="bg2"/>
          </a:solidFill>
          <a:ln/>
        </p:spPr>
      </p:sp>
      <p:sp>
        <p:nvSpPr>
          <p:cNvPr id="10" name="Shape 6"/>
          <p:cNvSpPr/>
          <p:nvPr/>
        </p:nvSpPr>
        <p:spPr>
          <a:xfrm>
            <a:off x="3483864" y="1691640"/>
            <a:ext cx="731520" cy="731520"/>
          </a:xfrm>
          <a:prstGeom prst="ellipse">
            <a:avLst/>
          </a:prstGeom>
          <a:solidFill>
            <a:schemeClr val="accent4"/>
          </a:solidFill>
          <a:ln/>
        </p:spPr>
      </p:sp>
      <p:pic>
        <p:nvPicPr>
          <p:cNvPr id="11" name="Image 1" descr="FaArrowsAltH">    </p:cNvPr>
          <p:cNvPicPr>
            <a:picLocks noChangeAspect="1"/>
          </p:cNvPicPr>
          <p:nvPr/>
        </p:nvPicPr>
        <p:blipFill>
          <a:blip r:embed="rId2"/>
          <a:stretch>
            <a:fillRect/>
          </a:stretch>
        </p:blipFill>
        <p:spPr>
          <a:xfrm>
            <a:off x="3681374" y="1889150"/>
            <a:ext cx="336499" cy="336499"/>
          </a:xfrm>
          <a:prstGeom prst="rect">
            <a:avLst/>
          </a:prstGeom>
        </p:spPr>
      </p:pic>
      <p:sp>
        <p:nvSpPr>
          <p:cNvPr id="12" name="Text 7"/>
          <p:cNvSpPr txBox="1"/>
          <p:nvPr/>
        </p:nvSpPr>
        <p:spPr>
          <a:xfrm>
            <a:off x="2798064" y="2606040"/>
            <a:ext cx="2103120" cy="411480"/>
          </a:xfrm>
          <a:prstGeom prst="rect">
            <a:avLst/>
          </a:prstGeom>
          <a:noFill/>
          <a:ln/>
        </p:spPr>
        <p:txBody>
          <a:bodyPr wrap="square" lIns="0" tIns="0" rIns="0" bIns="0" rtlCol="0" anchor="t"/>
          <a:lstStyle/>
          <a:p>
            <a:pPr algn="ctr" indent="0" marL="0">
              <a:buNone/>
            </a:pPr>
            <a:r>
              <a:rPr lang="en-US" sz="1800" b="1" dirty="0">
                <a:solidFill>
                  <a:schemeClr val="tx2"/>
                </a:solidFill>
              </a:rPr>
              <a:t>팬</a:t>
            </a:r>
            <a:endParaRPr lang="en-US" sz="1800" dirty="0"/>
          </a:p>
        </p:txBody>
      </p:sp>
      <p:sp>
        <p:nvSpPr>
          <p:cNvPr id="13" name="Text 8"/>
          <p:cNvSpPr txBox="1"/>
          <p:nvPr/>
        </p:nvSpPr>
        <p:spPr>
          <a:xfrm>
            <a:off x="2798064" y="3017520"/>
            <a:ext cx="2103120" cy="320040"/>
          </a:xfrm>
          <a:prstGeom prst="rect">
            <a:avLst/>
          </a:prstGeom>
          <a:noFill/>
          <a:ln/>
        </p:spPr>
        <p:txBody>
          <a:bodyPr wrap="square" lIns="0" tIns="0" rIns="0" bIns="0" rtlCol="0" anchor="t"/>
          <a:lstStyle/>
          <a:p>
            <a:pPr algn="ctr" indent="0" marL="0">
              <a:buNone/>
            </a:pPr>
            <a:r>
              <a:rPr lang="en-US" sz="1300" dirty="0">
                <a:solidFill>
                  <a:schemeClr val="accent5"/>
                </a:solidFill>
              </a:rPr>
              <a:t>Pan</a:t>
            </a:r>
            <a:endParaRPr lang="en-US" sz="1300" dirty="0"/>
          </a:p>
        </p:txBody>
      </p:sp>
      <p:sp>
        <p:nvSpPr>
          <p:cNvPr id="14" name="Shape 9"/>
          <p:cNvSpPr/>
          <p:nvPr/>
        </p:nvSpPr>
        <p:spPr>
          <a:xfrm>
            <a:off x="5047488" y="1417320"/>
            <a:ext cx="2103120" cy="2377440"/>
          </a:xfrm>
          <a:prstGeom prst="roundRect">
            <a:avLst>
              <a:gd name="adj" fmla="val 5217"/>
            </a:avLst>
          </a:prstGeom>
          <a:solidFill>
            <a:schemeClr val="bg2"/>
          </a:solidFill>
          <a:ln/>
        </p:spPr>
      </p:sp>
      <p:sp>
        <p:nvSpPr>
          <p:cNvPr id="15" name="Shape 10"/>
          <p:cNvSpPr/>
          <p:nvPr/>
        </p:nvSpPr>
        <p:spPr>
          <a:xfrm>
            <a:off x="5733288" y="1691640"/>
            <a:ext cx="731520" cy="731520"/>
          </a:xfrm>
          <a:prstGeom prst="ellipse">
            <a:avLst/>
          </a:prstGeom>
          <a:solidFill>
            <a:schemeClr val="accent4"/>
          </a:solidFill>
          <a:ln/>
        </p:spPr>
      </p:sp>
      <p:pic>
        <p:nvPicPr>
          <p:cNvPr id="16" name="Image 2" descr="FaArrowsAltV">    </p:cNvPr>
          <p:cNvPicPr>
            <a:picLocks noChangeAspect="1"/>
          </p:cNvPicPr>
          <p:nvPr/>
        </p:nvPicPr>
        <p:blipFill>
          <a:blip r:embed="rId3"/>
          <a:stretch>
            <a:fillRect/>
          </a:stretch>
        </p:blipFill>
        <p:spPr>
          <a:xfrm>
            <a:off x="5930798" y="1889150"/>
            <a:ext cx="336499" cy="336499"/>
          </a:xfrm>
          <a:prstGeom prst="rect">
            <a:avLst/>
          </a:prstGeom>
        </p:spPr>
      </p:pic>
      <p:sp>
        <p:nvSpPr>
          <p:cNvPr id="17" name="Text 11"/>
          <p:cNvSpPr txBox="1"/>
          <p:nvPr/>
        </p:nvSpPr>
        <p:spPr>
          <a:xfrm>
            <a:off x="5047488" y="2606040"/>
            <a:ext cx="2103120" cy="411480"/>
          </a:xfrm>
          <a:prstGeom prst="rect">
            <a:avLst/>
          </a:prstGeom>
          <a:noFill/>
          <a:ln/>
        </p:spPr>
        <p:txBody>
          <a:bodyPr wrap="square" lIns="0" tIns="0" rIns="0" bIns="0" rtlCol="0" anchor="t"/>
          <a:lstStyle/>
          <a:p>
            <a:pPr algn="ctr" indent="0" marL="0">
              <a:buNone/>
            </a:pPr>
            <a:r>
              <a:rPr lang="en-US" sz="1800" b="1" dirty="0">
                <a:solidFill>
                  <a:schemeClr val="tx2"/>
                </a:solidFill>
              </a:rPr>
              <a:t>틸트</a:t>
            </a:r>
            <a:endParaRPr lang="en-US" sz="1800" dirty="0"/>
          </a:p>
        </p:txBody>
      </p:sp>
      <p:sp>
        <p:nvSpPr>
          <p:cNvPr id="18" name="Text 12"/>
          <p:cNvSpPr txBox="1"/>
          <p:nvPr/>
        </p:nvSpPr>
        <p:spPr>
          <a:xfrm>
            <a:off x="5047488" y="3017520"/>
            <a:ext cx="2103120" cy="320040"/>
          </a:xfrm>
          <a:prstGeom prst="rect">
            <a:avLst/>
          </a:prstGeom>
          <a:noFill/>
          <a:ln/>
        </p:spPr>
        <p:txBody>
          <a:bodyPr wrap="square" lIns="0" tIns="0" rIns="0" bIns="0" rtlCol="0" anchor="t"/>
          <a:lstStyle/>
          <a:p>
            <a:pPr algn="ctr" indent="0" marL="0">
              <a:buNone/>
            </a:pPr>
            <a:r>
              <a:rPr lang="en-US" sz="1300" dirty="0">
                <a:solidFill>
                  <a:schemeClr val="accent5"/>
                </a:solidFill>
              </a:rPr>
              <a:t>Tilt</a:t>
            </a:r>
            <a:endParaRPr lang="en-US" sz="1300" dirty="0"/>
          </a:p>
        </p:txBody>
      </p:sp>
      <p:sp>
        <p:nvSpPr>
          <p:cNvPr id="19" name="Shape 13"/>
          <p:cNvSpPr/>
          <p:nvPr/>
        </p:nvSpPr>
        <p:spPr>
          <a:xfrm>
            <a:off x="7296912" y="1417320"/>
            <a:ext cx="2103120" cy="2377440"/>
          </a:xfrm>
          <a:prstGeom prst="roundRect">
            <a:avLst>
              <a:gd name="adj" fmla="val 5217"/>
            </a:avLst>
          </a:prstGeom>
          <a:solidFill>
            <a:schemeClr val="bg2"/>
          </a:solidFill>
          <a:ln/>
        </p:spPr>
      </p:sp>
      <p:sp>
        <p:nvSpPr>
          <p:cNvPr id="20" name="Shape 14"/>
          <p:cNvSpPr/>
          <p:nvPr/>
        </p:nvSpPr>
        <p:spPr>
          <a:xfrm>
            <a:off x="7982712" y="1691640"/>
            <a:ext cx="731520" cy="731520"/>
          </a:xfrm>
          <a:prstGeom prst="ellipse">
            <a:avLst/>
          </a:prstGeom>
          <a:solidFill>
            <a:schemeClr val="accent4"/>
          </a:solidFill>
          <a:ln/>
        </p:spPr>
      </p:sp>
      <p:pic>
        <p:nvPicPr>
          <p:cNvPr id="21" name="Image 3" descr="FaCompressArrowsAlt">    </p:cNvPr>
          <p:cNvPicPr>
            <a:picLocks noChangeAspect="1"/>
          </p:cNvPicPr>
          <p:nvPr/>
        </p:nvPicPr>
        <p:blipFill>
          <a:blip r:embed="rId4"/>
          <a:stretch>
            <a:fillRect/>
          </a:stretch>
        </p:blipFill>
        <p:spPr>
          <a:xfrm>
            <a:off x="8180222" y="1889150"/>
            <a:ext cx="336499" cy="336499"/>
          </a:xfrm>
          <a:prstGeom prst="rect">
            <a:avLst/>
          </a:prstGeom>
        </p:spPr>
      </p:pic>
      <p:sp>
        <p:nvSpPr>
          <p:cNvPr id="22" name="Text 15"/>
          <p:cNvSpPr txBox="1"/>
          <p:nvPr/>
        </p:nvSpPr>
        <p:spPr>
          <a:xfrm>
            <a:off x="7296912" y="2606040"/>
            <a:ext cx="2103120" cy="411480"/>
          </a:xfrm>
          <a:prstGeom prst="rect">
            <a:avLst/>
          </a:prstGeom>
          <a:noFill/>
          <a:ln/>
        </p:spPr>
        <p:txBody>
          <a:bodyPr wrap="square" lIns="0" tIns="0" rIns="0" bIns="0" rtlCol="0" anchor="t"/>
          <a:lstStyle/>
          <a:p>
            <a:pPr algn="ctr" indent="0" marL="0">
              <a:buNone/>
            </a:pPr>
            <a:r>
              <a:rPr lang="en-US" sz="1800" b="1" dirty="0">
                <a:solidFill>
                  <a:schemeClr val="tx2"/>
                </a:solidFill>
              </a:rPr>
              <a:t>다가가기</a:t>
            </a:r>
            <a:endParaRPr lang="en-US" sz="1800" dirty="0"/>
          </a:p>
        </p:txBody>
      </p:sp>
      <p:sp>
        <p:nvSpPr>
          <p:cNvPr id="23" name="Text 16"/>
          <p:cNvSpPr txBox="1"/>
          <p:nvPr/>
        </p:nvSpPr>
        <p:spPr>
          <a:xfrm>
            <a:off x="7296912" y="3017520"/>
            <a:ext cx="2103120" cy="320040"/>
          </a:xfrm>
          <a:prstGeom prst="rect">
            <a:avLst/>
          </a:prstGeom>
          <a:noFill/>
          <a:ln/>
        </p:spPr>
        <p:txBody>
          <a:bodyPr wrap="square" lIns="0" tIns="0" rIns="0" bIns="0" rtlCol="0" anchor="t"/>
          <a:lstStyle/>
          <a:p>
            <a:pPr algn="ctr" indent="0" marL="0">
              <a:buNone/>
            </a:pPr>
            <a:r>
              <a:rPr lang="en-US" sz="1300" dirty="0">
                <a:solidFill>
                  <a:schemeClr val="accent5"/>
                </a:solidFill>
              </a:rPr>
              <a:t>Push-in</a:t>
            </a:r>
            <a:endParaRPr lang="en-US" sz="1300" dirty="0"/>
          </a:p>
        </p:txBody>
      </p:sp>
      <p:sp>
        <p:nvSpPr>
          <p:cNvPr id="24" name="Shape 17"/>
          <p:cNvSpPr/>
          <p:nvPr/>
        </p:nvSpPr>
        <p:spPr>
          <a:xfrm>
            <a:off x="9546336" y="1417320"/>
            <a:ext cx="2103120" cy="2377440"/>
          </a:xfrm>
          <a:prstGeom prst="roundRect">
            <a:avLst>
              <a:gd name="adj" fmla="val 5217"/>
            </a:avLst>
          </a:prstGeom>
          <a:solidFill>
            <a:schemeClr val="bg2"/>
          </a:solidFill>
          <a:ln/>
        </p:spPr>
      </p:sp>
      <p:sp>
        <p:nvSpPr>
          <p:cNvPr id="25" name="Shape 18"/>
          <p:cNvSpPr/>
          <p:nvPr/>
        </p:nvSpPr>
        <p:spPr>
          <a:xfrm>
            <a:off x="10232136" y="1691640"/>
            <a:ext cx="731520" cy="731520"/>
          </a:xfrm>
          <a:prstGeom prst="ellipse">
            <a:avLst/>
          </a:prstGeom>
          <a:solidFill>
            <a:schemeClr val="accent4"/>
          </a:solidFill>
          <a:ln/>
        </p:spPr>
      </p:sp>
      <p:pic>
        <p:nvPicPr>
          <p:cNvPr id="26" name="Image 4" descr="FaWalking">    </p:cNvPr>
          <p:cNvPicPr>
            <a:picLocks noChangeAspect="1"/>
          </p:cNvPicPr>
          <p:nvPr/>
        </p:nvPicPr>
        <p:blipFill>
          <a:blip r:embed="rId5"/>
          <a:stretch>
            <a:fillRect/>
          </a:stretch>
        </p:blipFill>
        <p:spPr>
          <a:xfrm>
            <a:off x="10429646" y="1889150"/>
            <a:ext cx="336499" cy="336499"/>
          </a:xfrm>
          <a:prstGeom prst="rect">
            <a:avLst/>
          </a:prstGeom>
        </p:spPr>
      </p:pic>
      <p:sp>
        <p:nvSpPr>
          <p:cNvPr id="27" name="Text 19"/>
          <p:cNvSpPr txBox="1"/>
          <p:nvPr/>
        </p:nvSpPr>
        <p:spPr>
          <a:xfrm>
            <a:off x="9546336" y="2606040"/>
            <a:ext cx="2103120" cy="411480"/>
          </a:xfrm>
          <a:prstGeom prst="rect">
            <a:avLst/>
          </a:prstGeom>
          <a:noFill/>
          <a:ln/>
        </p:spPr>
        <p:txBody>
          <a:bodyPr wrap="square" lIns="0" tIns="0" rIns="0" bIns="0" rtlCol="0" anchor="t"/>
          <a:lstStyle/>
          <a:p>
            <a:pPr algn="ctr" indent="0" marL="0">
              <a:buNone/>
            </a:pPr>
            <a:r>
              <a:rPr lang="en-US" sz="1800" b="1" dirty="0">
                <a:solidFill>
                  <a:schemeClr val="tx2"/>
                </a:solidFill>
              </a:rPr>
              <a:t>따라가기</a:t>
            </a:r>
            <a:endParaRPr lang="en-US" sz="1800" dirty="0"/>
          </a:p>
        </p:txBody>
      </p:sp>
      <p:sp>
        <p:nvSpPr>
          <p:cNvPr id="28" name="Text 20"/>
          <p:cNvSpPr txBox="1"/>
          <p:nvPr/>
        </p:nvSpPr>
        <p:spPr>
          <a:xfrm>
            <a:off x="9546336" y="3017520"/>
            <a:ext cx="2103120" cy="320040"/>
          </a:xfrm>
          <a:prstGeom prst="rect">
            <a:avLst/>
          </a:prstGeom>
          <a:noFill/>
          <a:ln/>
        </p:spPr>
        <p:txBody>
          <a:bodyPr wrap="square" lIns="0" tIns="0" rIns="0" bIns="0" rtlCol="0" anchor="t"/>
          <a:lstStyle/>
          <a:p>
            <a:pPr algn="ctr" indent="0" marL="0">
              <a:buNone/>
            </a:pPr>
            <a:r>
              <a:rPr lang="en-US" sz="1300" dirty="0">
                <a:solidFill>
                  <a:schemeClr val="accent5"/>
                </a:solidFill>
              </a:rPr>
              <a:t>Tracking</a:t>
            </a:r>
            <a:endParaRPr lang="en-US" sz="1300" dirty="0"/>
          </a:p>
        </p:txBody>
      </p:sp>
      <p:sp>
        <p:nvSpPr>
          <p:cNvPr id="29" name="Shape 21"/>
          <p:cNvSpPr/>
          <p:nvPr/>
        </p:nvSpPr>
        <p:spPr>
          <a:xfrm>
            <a:off x="548640" y="4069080"/>
            <a:ext cx="3566160" cy="868680"/>
          </a:xfrm>
          <a:prstGeom prst="roundRect">
            <a:avLst>
              <a:gd name="adj" fmla="val 12632"/>
            </a:avLst>
          </a:prstGeom>
          <a:solidFill>
            <a:schemeClr val="accent6"/>
          </a:solidFill>
          <a:ln/>
        </p:spPr>
      </p:sp>
      <p:sp>
        <p:nvSpPr>
          <p:cNvPr id="30" name="Shape 22"/>
          <p:cNvSpPr/>
          <p:nvPr/>
        </p:nvSpPr>
        <p:spPr>
          <a:xfrm>
            <a:off x="685800" y="4160520"/>
            <a:ext cx="685800" cy="685800"/>
          </a:xfrm>
          <a:prstGeom prst="ellipse">
            <a:avLst/>
          </a:prstGeom>
          <a:solidFill>
            <a:schemeClr val="accent3"/>
          </a:solidFill>
          <a:ln/>
        </p:spPr>
      </p:sp>
      <p:sp>
        <p:nvSpPr>
          <p:cNvPr id="31" name="Text 23"/>
          <p:cNvSpPr txBox="1"/>
          <p:nvPr/>
        </p:nvSpPr>
        <p:spPr>
          <a:xfrm>
            <a:off x="685800" y="416052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2" name="Text 24"/>
          <p:cNvSpPr txBox="1"/>
          <p:nvPr/>
        </p:nvSpPr>
        <p:spPr>
          <a:xfrm>
            <a:off x="1508760" y="4069080"/>
            <a:ext cx="2514600" cy="868680"/>
          </a:xfrm>
          <a:prstGeom prst="rect">
            <a:avLst/>
          </a:prstGeom>
          <a:noFill/>
          <a:ln/>
        </p:spPr>
        <p:txBody>
          <a:bodyPr wrap="square" lIns="0" tIns="0" rIns="0" bIns="0" rtlCol="0" anchor="ctr"/>
          <a:lstStyle/>
          <a:p>
            <a:pPr indent="0" marL="0">
              <a:buNone/>
            </a:pPr>
            <a:r>
              <a:rPr lang="en-US" sz="1600" b="1" dirty="0">
                <a:solidFill>
                  <a:schemeClr val="tx2"/>
                </a:solidFill>
              </a:rPr>
              <a:t>한 클립에 한 움직임</a:t>
            </a:r>
            <a:endParaRPr lang="en-US" sz="1600" dirty="0"/>
          </a:p>
        </p:txBody>
      </p:sp>
      <p:sp>
        <p:nvSpPr>
          <p:cNvPr id="33" name="Shape 25"/>
          <p:cNvSpPr/>
          <p:nvPr/>
        </p:nvSpPr>
        <p:spPr>
          <a:xfrm>
            <a:off x="4297680" y="4069080"/>
            <a:ext cx="3566160" cy="868680"/>
          </a:xfrm>
          <a:prstGeom prst="roundRect">
            <a:avLst>
              <a:gd name="adj" fmla="val 12632"/>
            </a:avLst>
          </a:prstGeom>
          <a:solidFill>
            <a:schemeClr val="accent6"/>
          </a:solidFill>
          <a:ln/>
        </p:spPr>
      </p:sp>
      <p:sp>
        <p:nvSpPr>
          <p:cNvPr id="34" name="Shape 26"/>
          <p:cNvSpPr/>
          <p:nvPr/>
        </p:nvSpPr>
        <p:spPr>
          <a:xfrm>
            <a:off x="4434840" y="4160520"/>
            <a:ext cx="685800" cy="685800"/>
          </a:xfrm>
          <a:prstGeom prst="ellipse">
            <a:avLst/>
          </a:prstGeom>
          <a:solidFill>
            <a:schemeClr val="accent3"/>
          </a:solidFill>
          <a:ln/>
        </p:spPr>
      </p:sp>
      <p:sp>
        <p:nvSpPr>
          <p:cNvPr id="35" name="Text 27"/>
          <p:cNvSpPr txBox="1"/>
          <p:nvPr/>
        </p:nvSpPr>
        <p:spPr>
          <a:xfrm>
            <a:off x="4434840" y="416052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36" name="Text 28"/>
          <p:cNvSpPr txBox="1"/>
          <p:nvPr/>
        </p:nvSpPr>
        <p:spPr>
          <a:xfrm>
            <a:off x="5257800" y="4069080"/>
            <a:ext cx="2514600" cy="868680"/>
          </a:xfrm>
          <a:prstGeom prst="rect">
            <a:avLst/>
          </a:prstGeom>
          <a:noFill/>
          <a:ln/>
        </p:spPr>
        <p:txBody>
          <a:bodyPr wrap="square" lIns="0" tIns="0" rIns="0" bIns="0" rtlCol="0" anchor="ctr"/>
          <a:lstStyle/>
          <a:p>
            <a:pPr indent="0" marL="0">
              <a:buNone/>
            </a:pPr>
            <a:r>
              <a:rPr lang="en-US" sz="1600" b="1" dirty="0">
                <a:solidFill>
                  <a:schemeClr val="tx2"/>
                </a:solidFill>
              </a:rPr>
              <a:t>생각보다 두 배 천천히</a:t>
            </a:r>
            <a:endParaRPr lang="en-US" sz="1600" dirty="0"/>
          </a:p>
        </p:txBody>
      </p:sp>
      <p:sp>
        <p:nvSpPr>
          <p:cNvPr id="37" name="Shape 29"/>
          <p:cNvSpPr/>
          <p:nvPr/>
        </p:nvSpPr>
        <p:spPr>
          <a:xfrm>
            <a:off x="8046720" y="4069080"/>
            <a:ext cx="3566160" cy="868680"/>
          </a:xfrm>
          <a:prstGeom prst="roundRect">
            <a:avLst>
              <a:gd name="adj" fmla="val 12632"/>
            </a:avLst>
          </a:prstGeom>
          <a:solidFill>
            <a:schemeClr val="accent6"/>
          </a:solidFill>
          <a:ln/>
        </p:spPr>
      </p:sp>
      <p:sp>
        <p:nvSpPr>
          <p:cNvPr id="38" name="Shape 30"/>
          <p:cNvSpPr/>
          <p:nvPr/>
        </p:nvSpPr>
        <p:spPr>
          <a:xfrm>
            <a:off x="8183880" y="4160520"/>
            <a:ext cx="685800" cy="685800"/>
          </a:xfrm>
          <a:prstGeom prst="ellipse">
            <a:avLst/>
          </a:prstGeom>
          <a:solidFill>
            <a:schemeClr val="accent3"/>
          </a:solidFill>
          <a:ln/>
        </p:spPr>
      </p:sp>
      <p:sp>
        <p:nvSpPr>
          <p:cNvPr id="39" name="Text 31"/>
          <p:cNvSpPr txBox="1"/>
          <p:nvPr/>
        </p:nvSpPr>
        <p:spPr>
          <a:xfrm>
            <a:off x="8183880" y="416052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40" name="Text 32"/>
          <p:cNvSpPr txBox="1"/>
          <p:nvPr/>
        </p:nvSpPr>
        <p:spPr>
          <a:xfrm>
            <a:off x="9006840" y="4069080"/>
            <a:ext cx="2514600" cy="868680"/>
          </a:xfrm>
          <a:prstGeom prst="rect">
            <a:avLst/>
          </a:prstGeom>
          <a:noFill/>
          <a:ln/>
        </p:spPr>
        <p:txBody>
          <a:bodyPr wrap="square" lIns="0" tIns="0" rIns="0" bIns="0" rtlCol="0" anchor="ctr"/>
          <a:lstStyle/>
          <a:p>
            <a:pPr indent="0" marL="0">
              <a:buNone/>
            </a:pPr>
            <a:r>
              <a:rPr lang="en-US" sz="1600" b="1" dirty="0">
                <a:solidFill>
                  <a:schemeClr val="tx2"/>
                </a:solidFill>
              </a:rPr>
              <a:t>시작과 끝에 2초 멈추기</a:t>
            </a:r>
            <a:endParaRPr lang="en-US" sz="1600" dirty="0"/>
          </a:p>
        </p:txBody>
      </p:sp>
      <p:sp>
        <p:nvSpPr>
          <p:cNvPr id="41" name="Text 33"/>
          <p:cNvSpPr txBox="1"/>
          <p:nvPr/>
        </p:nvSpPr>
        <p:spPr>
          <a:xfrm>
            <a:off x="548640" y="5257800"/>
            <a:ext cx="11064240" cy="640080"/>
          </a:xfrm>
          <a:prstGeom prst="rect">
            <a:avLst/>
          </a:prstGeom>
          <a:noFill/>
          <a:ln/>
        </p:spPr>
        <p:txBody>
          <a:bodyPr wrap="square" lIns="0" tIns="0" rIns="0" bIns="0" rtlCol="0" anchor="t"/>
          <a:lstStyle/>
          <a:p>
            <a:pPr indent="0" marL="0">
              <a:buNone/>
            </a:pPr>
            <a:r>
              <a:rPr lang="en-US" sz="1500" dirty="0">
                <a:solidFill>
                  <a:schemeClr val="tx2"/>
                </a:solidFill>
              </a:rPr>
              <a:t>흔들림은 자세로 먼저: 두 손, 팔꿈치는 몸에, 벽에 기대기. 앱 보정은 화면을 잘라내니 그다음</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5샷 시퀀스: 뭘 찍을지 모를 때 꺼내는 공식</a:t>
            </a:r>
            <a:endParaRPr lang="en-US" sz="3000" dirty="0"/>
          </a:p>
        </p:txBody>
      </p:sp>
      <p:sp>
        <p:nvSpPr>
          <p:cNvPr id="4" name="Shape 1"/>
          <p:cNvSpPr/>
          <p:nvPr/>
        </p:nvSpPr>
        <p:spPr>
          <a:xfrm>
            <a:off x="548640" y="1463040"/>
            <a:ext cx="2103120" cy="3017520"/>
          </a:xfrm>
          <a:prstGeom prst="roundRect">
            <a:avLst>
              <a:gd name="adj" fmla="val 5217"/>
            </a:avLst>
          </a:prstGeom>
          <a:solidFill>
            <a:schemeClr val="bg2"/>
          </a:solidFill>
          <a:ln/>
        </p:spPr>
      </p:sp>
      <p:sp>
        <p:nvSpPr>
          <p:cNvPr id="5" name="Shape 2"/>
          <p:cNvSpPr/>
          <p:nvPr/>
        </p:nvSpPr>
        <p:spPr>
          <a:xfrm>
            <a:off x="685800" y="1600200"/>
            <a:ext cx="502920" cy="502920"/>
          </a:xfrm>
          <a:prstGeom prst="ellipse">
            <a:avLst/>
          </a:prstGeom>
          <a:solidFill>
            <a:schemeClr val="accent1"/>
          </a:solidFill>
          <a:ln/>
        </p:spPr>
      </p:sp>
      <p:sp>
        <p:nvSpPr>
          <p:cNvPr id="6" name="Text 3"/>
          <p:cNvSpPr txBox="1"/>
          <p:nvPr/>
        </p:nvSpPr>
        <p:spPr>
          <a:xfrm>
            <a:off x="685800" y="1600200"/>
            <a:ext cx="502920" cy="502920"/>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7" name="Shape 4"/>
          <p:cNvSpPr/>
          <p:nvPr/>
        </p:nvSpPr>
        <p:spPr>
          <a:xfrm>
            <a:off x="1234440" y="2011680"/>
            <a:ext cx="731520" cy="731520"/>
          </a:xfrm>
          <a:prstGeom prst="ellipse">
            <a:avLst/>
          </a:prstGeom>
          <a:solidFill>
            <a:schemeClr val="accent2"/>
          </a:solidFill>
          <a:ln/>
        </p:spPr>
      </p:sp>
      <p:pic>
        <p:nvPicPr>
          <p:cNvPr id="8" name="Image 0" descr="FaHandPaper">    </p:cNvPr>
          <p:cNvPicPr>
            <a:picLocks noChangeAspect="1"/>
          </p:cNvPicPr>
          <p:nvPr/>
        </p:nvPicPr>
        <p:blipFill>
          <a:blip r:embed="rId1"/>
          <a:stretch>
            <a:fillRect/>
          </a:stretch>
        </p:blipFill>
        <p:spPr>
          <a:xfrm>
            <a:off x="1431950" y="2209190"/>
            <a:ext cx="336499" cy="336499"/>
          </a:xfrm>
          <a:prstGeom prst="rect">
            <a:avLst/>
          </a:prstGeom>
        </p:spPr>
      </p:pic>
      <p:sp>
        <p:nvSpPr>
          <p:cNvPr id="9" name="Text 5"/>
          <p:cNvSpPr txBox="1"/>
          <p:nvPr/>
        </p:nvSpPr>
        <p:spPr>
          <a:xfrm>
            <a:off x="548640" y="2880360"/>
            <a:ext cx="2103120" cy="411480"/>
          </a:xfrm>
          <a:prstGeom prst="rect">
            <a:avLst/>
          </a:prstGeom>
          <a:noFill/>
          <a:ln/>
        </p:spPr>
        <p:txBody>
          <a:bodyPr wrap="square" lIns="0" tIns="0" rIns="0" bIns="0" rtlCol="0" anchor="t"/>
          <a:lstStyle/>
          <a:p>
            <a:pPr algn="ctr" indent="0" marL="0">
              <a:buNone/>
            </a:pPr>
            <a:r>
              <a:rPr lang="en-US" sz="1700" b="1" dirty="0">
                <a:solidFill>
                  <a:schemeClr val="tx2"/>
                </a:solidFill>
              </a:rPr>
              <a:t>손 클로즈업</a:t>
            </a:r>
            <a:endParaRPr lang="en-US" sz="1700" dirty="0"/>
          </a:p>
        </p:txBody>
      </p:sp>
      <p:sp>
        <p:nvSpPr>
          <p:cNvPr id="10" name="Text 6"/>
          <p:cNvSpPr txBox="1"/>
          <p:nvPr/>
        </p:nvSpPr>
        <p:spPr>
          <a:xfrm>
            <a:off x="640080" y="3291840"/>
            <a:ext cx="1920240" cy="731520"/>
          </a:xfrm>
          <a:prstGeom prst="rect">
            <a:avLst/>
          </a:prstGeom>
          <a:noFill/>
          <a:ln/>
        </p:spPr>
        <p:txBody>
          <a:bodyPr wrap="square" lIns="0" tIns="0" rIns="0" bIns="0" rtlCol="0" anchor="t"/>
          <a:lstStyle/>
          <a:p>
            <a:pPr algn="ctr" indent="0" marL="0">
              <a:buNone/>
            </a:pPr>
            <a:r>
              <a:rPr lang="en-US" sz="1400" dirty="0">
                <a:solidFill>
                  <a:schemeClr val="tx1"/>
                </a:solidFill>
              </a:rPr>
              <a:t>무엇을 하는지</a:t>
            </a:r>
            <a:endParaRPr lang="en-US" sz="1400" dirty="0"/>
          </a:p>
        </p:txBody>
      </p:sp>
      <p:sp>
        <p:nvSpPr>
          <p:cNvPr id="11" name="Shape 7"/>
          <p:cNvSpPr/>
          <p:nvPr/>
        </p:nvSpPr>
        <p:spPr>
          <a:xfrm>
            <a:off x="2798064" y="1463040"/>
            <a:ext cx="2103120" cy="3017520"/>
          </a:xfrm>
          <a:prstGeom prst="roundRect">
            <a:avLst>
              <a:gd name="adj" fmla="val 5217"/>
            </a:avLst>
          </a:prstGeom>
          <a:solidFill>
            <a:schemeClr val="bg2"/>
          </a:solidFill>
          <a:ln/>
        </p:spPr>
      </p:sp>
      <p:sp>
        <p:nvSpPr>
          <p:cNvPr id="12" name="Shape 8"/>
          <p:cNvSpPr/>
          <p:nvPr/>
        </p:nvSpPr>
        <p:spPr>
          <a:xfrm>
            <a:off x="2935224" y="1600200"/>
            <a:ext cx="502920" cy="502920"/>
          </a:xfrm>
          <a:prstGeom prst="ellipse">
            <a:avLst/>
          </a:prstGeom>
          <a:solidFill>
            <a:schemeClr val="accent1"/>
          </a:solidFill>
          <a:ln/>
        </p:spPr>
      </p:sp>
      <p:sp>
        <p:nvSpPr>
          <p:cNvPr id="13" name="Text 9"/>
          <p:cNvSpPr txBox="1"/>
          <p:nvPr/>
        </p:nvSpPr>
        <p:spPr>
          <a:xfrm>
            <a:off x="2935224" y="1600200"/>
            <a:ext cx="502920" cy="502920"/>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14" name="Shape 10"/>
          <p:cNvSpPr/>
          <p:nvPr/>
        </p:nvSpPr>
        <p:spPr>
          <a:xfrm>
            <a:off x="3483864" y="2011680"/>
            <a:ext cx="731520" cy="731520"/>
          </a:xfrm>
          <a:prstGeom prst="ellipse">
            <a:avLst/>
          </a:prstGeom>
          <a:solidFill>
            <a:schemeClr val="accent2"/>
          </a:solidFill>
          <a:ln/>
        </p:spPr>
      </p:sp>
      <p:pic>
        <p:nvPicPr>
          <p:cNvPr id="15" name="Image 1" descr="FaSmile">    </p:cNvPr>
          <p:cNvPicPr>
            <a:picLocks noChangeAspect="1"/>
          </p:cNvPicPr>
          <p:nvPr/>
        </p:nvPicPr>
        <p:blipFill>
          <a:blip r:embed="rId2"/>
          <a:stretch>
            <a:fillRect/>
          </a:stretch>
        </p:blipFill>
        <p:spPr>
          <a:xfrm>
            <a:off x="3681374" y="2209190"/>
            <a:ext cx="336499" cy="336499"/>
          </a:xfrm>
          <a:prstGeom prst="rect">
            <a:avLst/>
          </a:prstGeom>
        </p:spPr>
      </p:pic>
      <p:sp>
        <p:nvSpPr>
          <p:cNvPr id="16" name="Text 11"/>
          <p:cNvSpPr txBox="1"/>
          <p:nvPr/>
        </p:nvSpPr>
        <p:spPr>
          <a:xfrm>
            <a:off x="2798064" y="2880360"/>
            <a:ext cx="2103120" cy="411480"/>
          </a:xfrm>
          <a:prstGeom prst="rect">
            <a:avLst/>
          </a:prstGeom>
          <a:noFill/>
          <a:ln/>
        </p:spPr>
        <p:txBody>
          <a:bodyPr wrap="square" lIns="0" tIns="0" rIns="0" bIns="0" rtlCol="0" anchor="t"/>
          <a:lstStyle/>
          <a:p>
            <a:pPr algn="ctr" indent="0" marL="0">
              <a:buNone/>
            </a:pPr>
            <a:r>
              <a:rPr lang="en-US" sz="1700" b="1" dirty="0">
                <a:solidFill>
                  <a:schemeClr val="tx2"/>
                </a:solidFill>
              </a:rPr>
              <a:t>얼굴 클로즈업</a:t>
            </a:r>
            <a:endParaRPr lang="en-US" sz="1700" dirty="0"/>
          </a:p>
        </p:txBody>
      </p:sp>
      <p:sp>
        <p:nvSpPr>
          <p:cNvPr id="17" name="Text 12"/>
          <p:cNvSpPr txBox="1"/>
          <p:nvPr/>
        </p:nvSpPr>
        <p:spPr>
          <a:xfrm>
            <a:off x="2889504" y="3291840"/>
            <a:ext cx="1920240" cy="731520"/>
          </a:xfrm>
          <a:prstGeom prst="rect">
            <a:avLst/>
          </a:prstGeom>
          <a:noFill/>
          <a:ln/>
        </p:spPr>
        <p:txBody>
          <a:bodyPr wrap="square" lIns="0" tIns="0" rIns="0" bIns="0" rtlCol="0" anchor="t"/>
          <a:lstStyle/>
          <a:p>
            <a:pPr algn="ctr" indent="0" marL="0">
              <a:buNone/>
            </a:pPr>
            <a:r>
              <a:rPr lang="en-US" sz="1400" dirty="0">
                <a:solidFill>
                  <a:schemeClr val="tx1"/>
                </a:solidFill>
              </a:rPr>
              <a:t>누가, 어떤 표정으로</a:t>
            </a:r>
            <a:endParaRPr lang="en-US" sz="1400" dirty="0"/>
          </a:p>
        </p:txBody>
      </p:sp>
      <p:sp>
        <p:nvSpPr>
          <p:cNvPr id="18" name="Shape 13"/>
          <p:cNvSpPr/>
          <p:nvPr/>
        </p:nvSpPr>
        <p:spPr>
          <a:xfrm>
            <a:off x="5047488" y="1463040"/>
            <a:ext cx="2103120" cy="3017520"/>
          </a:xfrm>
          <a:prstGeom prst="roundRect">
            <a:avLst>
              <a:gd name="adj" fmla="val 5217"/>
            </a:avLst>
          </a:prstGeom>
          <a:solidFill>
            <a:schemeClr val="bg2"/>
          </a:solidFill>
          <a:ln/>
        </p:spPr>
      </p:sp>
      <p:sp>
        <p:nvSpPr>
          <p:cNvPr id="19" name="Shape 14"/>
          <p:cNvSpPr/>
          <p:nvPr/>
        </p:nvSpPr>
        <p:spPr>
          <a:xfrm>
            <a:off x="5184648" y="1600200"/>
            <a:ext cx="502920" cy="502920"/>
          </a:xfrm>
          <a:prstGeom prst="ellipse">
            <a:avLst/>
          </a:prstGeom>
          <a:solidFill>
            <a:schemeClr val="accent1"/>
          </a:solidFill>
          <a:ln/>
        </p:spPr>
      </p:sp>
      <p:sp>
        <p:nvSpPr>
          <p:cNvPr id="20" name="Text 15"/>
          <p:cNvSpPr txBox="1"/>
          <p:nvPr/>
        </p:nvSpPr>
        <p:spPr>
          <a:xfrm>
            <a:off x="5184648" y="1600200"/>
            <a:ext cx="502920" cy="502920"/>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21" name="Shape 16"/>
          <p:cNvSpPr/>
          <p:nvPr/>
        </p:nvSpPr>
        <p:spPr>
          <a:xfrm>
            <a:off x="5733288" y="2011680"/>
            <a:ext cx="731520" cy="731520"/>
          </a:xfrm>
          <a:prstGeom prst="ellipse">
            <a:avLst/>
          </a:prstGeom>
          <a:solidFill>
            <a:schemeClr val="accent2"/>
          </a:solidFill>
          <a:ln/>
        </p:spPr>
      </p:sp>
      <p:pic>
        <p:nvPicPr>
          <p:cNvPr id="22" name="Image 2" descr="FaMountain">    </p:cNvPr>
          <p:cNvPicPr>
            <a:picLocks noChangeAspect="1"/>
          </p:cNvPicPr>
          <p:nvPr/>
        </p:nvPicPr>
        <p:blipFill>
          <a:blip r:embed="rId3"/>
          <a:stretch>
            <a:fillRect/>
          </a:stretch>
        </p:blipFill>
        <p:spPr>
          <a:xfrm>
            <a:off x="5930798" y="2209190"/>
            <a:ext cx="336499" cy="336499"/>
          </a:xfrm>
          <a:prstGeom prst="rect">
            <a:avLst/>
          </a:prstGeom>
        </p:spPr>
      </p:pic>
      <p:sp>
        <p:nvSpPr>
          <p:cNvPr id="23" name="Text 17"/>
          <p:cNvSpPr txBox="1"/>
          <p:nvPr/>
        </p:nvSpPr>
        <p:spPr>
          <a:xfrm>
            <a:off x="5047488" y="2880360"/>
            <a:ext cx="2103120" cy="411480"/>
          </a:xfrm>
          <a:prstGeom prst="rect">
            <a:avLst/>
          </a:prstGeom>
          <a:noFill/>
          <a:ln/>
        </p:spPr>
        <p:txBody>
          <a:bodyPr wrap="square" lIns="0" tIns="0" rIns="0" bIns="0" rtlCol="0" anchor="t"/>
          <a:lstStyle/>
          <a:p>
            <a:pPr algn="ctr" indent="0" marL="0">
              <a:buNone/>
            </a:pPr>
            <a:r>
              <a:rPr lang="en-US" sz="1700" b="1" dirty="0">
                <a:solidFill>
                  <a:schemeClr val="tx2"/>
                </a:solidFill>
              </a:rPr>
              <a:t>와이드</a:t>
            </a:r>
            <a:endParaRPr lang="en-US" sz="1700" dirty="0"/>
          </a:p>
        </p:txBody>
      </p:sp>
      <p:sp>
        <p:nvSpPr>
          <p:cNvPr id="24" name="Text 18"/>
          <p:cNvSpPr txBox="1"/>
          <p:nvPr/>
        </p:nvSpPr>
        <p:spPr>
          <a:xfrm>
            <a:off x="5138928" y="3291840"/>
            <a:ext cx="1920240" cy="731520"/>
          </a:xfrm>
          <a:prstGeom prst="rect">
            <a:avLst/>
          </a:prstGeom>
          <a:noFill/>
          <a:ln/>
        </p:spPr>
        <p:txBody>
          <a:bodyPr wrap="square" lIns="0" tIns="0" rIns="0" bIns="0" rtlCol="0" anchor="t"/>
          <a:lstStyle/>
          <a:p>
            <a:pPr algn="ctr" indent="0" marL="0">
              <a:buNone/>
            </a:pPr>
            <a:r>
              <a:rPr lang="en-US" sz="1400" dirty="0">
                <a:solidFill>
                  <a:schemeClr val="tx1"/>
                </a:solidFill>
              </a:rPr>
              <a:t>어디서</a:t>
            </a:r>
            <a:endParaRPr lang="en-US" sz="1400" dirty="0"/>
          </a:p>
        </p:txBody>
      </p:sp>
      <p:sp>
        <p:nvSpPr>
          <p:cNvPr id="25" name="Shape 19"/>
          <p:cNvSpPr/>
          <p:nvPr/>
        </p:nvSpPr>
        <p:spPr>
          <a:xfrm>
            <a:off x="7296912" y="1463040"/>
            <a:ext cx="2103120" cy="3017520"/>
          </a:xfrm>
          <a:prstGeom prst="roundRect">
            <a:avLst>
              <a:gd name="adj" fmla="val 5217"/>
            </a:avLst>
          </a:prstGeom>
          <a:solidFill>
            <a:schemeClr val="bg2"/>
          </a:solidFill>
          <a:ln/>
        </p:spPr>
      </p:sp>
      <p:sp>
        <p:nvSpPr>
          <p:cNvPr id="26" name="Shape 20"/>
          <p:cNvSpPr/>
          <p:nvPr/>
        </p:nvSpPr>
        <p:spPr>
          <a:xfrm>
            <a:off x="7434072" y="1600200"/>
            <a:ext cx="502920" cy="502920"/>
          </a:xfrm>
          <a:prstGeom prst="ellipse">
            <a:avLst/>
          </a:prstGeom>
          <a:solidFill>
            <a:schemeClr val="accent1"/>
          </a:solidFill>
          <a:ln/>
        </p:spPr>
      </p:sp>
      <p:sp>
        <p:nvSpPr>
          <p:cNvPr id="27" name="Text 21"/>
          <p:cNvSpPr txBox="1"/>
          <p:nvPr/>
        </p:nvSpPr>
        <p:spPr>
          <a:xfrm>
            <a:off x="7434072" y="1600200"/>
            <a:ext cx="502920" cy="502920"/>
          </a:xfrm>
          <a:prstGeom prst="rect">
            <a:avLst/>
          </a:prstGeom>
          <a:no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28" name="Shape 22"/>
          <p:cNvSpPr/>
          <p:nvPr/>
        </p:nvSpPr>
        <p:spPr>
          <a:xfrm>
            <a:off x="7982712" y="2011680"/>
            <a:ext cx="731520" cy="731520"/>
          </a:xfrm>
          <a:prstGeom prst="ellipse">
            <a:avLst/>
          </a:prstGeom>
          <a:solidFill>
            <a:schemeClr val="accent2"/>
          </a:solidFill>
          <a:ln/>
        </p:spPr>
      </p:sp>
      <p:pic>
        <p:nvPicPr>
          <p:cNvPr id="29" name="Image 3" descr="FaUserFriends">    </p:cNvPr>
          <p:cNvPicPr>
            <a:picLocks noChangeAspect="1"/>
          </p:cNvPicPr>
          <p:nvPr/>
        </p:nvPicPr>
        <p:blipFill>
          <a:blip r:embed="rId4"/>
          <a:stretch>
            <a:fillRect/>
          </a:stretch>
        </p:blipFill>
        <p:spPr>
          <a:xfrm>
            <a:off x="8180222" y="2209190"/>
            <a:ext cx="336499" cy="336499"/>
          </a:xfrm>
          <a:prstGeom prst="rect">
            <a:avLst/>
          </a:prstGeom>
        </p:spPr>
      </p:pic>
      <p:sp>
        <p:nvSpPr>
          <p:cNvPr id="30" name="Text 23"/>
          <p:cNvSpPr txBox="1"/>
          <p:nvPr/>
        </p:nvSpPr>
        <p:spPr>
          <a:xfrm>
            <a:off x="7296912" y="2880360"/>
            <a:ext cx="2103120" cy="411480"/>
          </a:xfrm>
          <a:prstGeom prst="rect">
            <a:avLst/>
          </a:prstGeom>
          <a:noFill/>
          <a:ln/>
        </p:spPr>
        <p:txBody>
          <a:bodyPr wrap="square" lIns="0" tIns="0" rIns="0" bIns="0" rtlCol="0" anchor="t"/>
          <a:lstStyle/>
          <a:p>
            <a:pPr algn="ctr" indent="0" marL="0">
              <a:buNone/>
            </a:pPr>
            <a:r>
              <a:rPr lang="en-US" sz="1700" b="1" dirty="0">
                <a:solidFill>
                  <a:schemeClr val="tx2"/>
                </a:solidFill>
              </a:rPr>
              <a:t>어깨너머</a:t>
            </a:r>
            <a:endParaRPr lang="en-US" sz="1700" dirty="0"/>
          </a:p>
        </p:txBody>
      </p:sp>
      <p:sp>
        <p:nvSpPr>
          <p:cNvPr id="31" name="Text 24"/>
          <p:cNvSpPr txBox="1"/>
          <p:nvPr/>
        </p:nvSpPr>
        <p:spPr>
          <a:xfrm>
            <a:off x="7388352" y="3291840"/>
            <a:ext cx="1920240" cy="731520"/>
          </a:xfrm>
          <a:prstGeom prst="rect">
            <a:avLst/>
          </a:prstGeom>
          <a:noFill/>
          <a:ln/>
        </p:spPr>
        <p:txBody>
          <a:bodyPr wrap="square" lIns="0" tIns="0" rIns="0" bIns="0" rtlCol="0" anchor="t"/>
          <a:lstStyle/>
          <a:p>
            <a:pPr algn="ctr" indent="0" marL="0">
              <a:buNone/>
            </a:pPr>
            <a:r>
              <a:rPr lang="en-US" sz="1400" dirty="0">
                <a:solidFill>
                  <a:schemeClr val="tx1"/>
                </a:solidFill>
              </a:rPr>
              <a:t>그 사람의 시점</a:t>
            </a:r>
            <a:endParaRPr lang="en-US" sz="1400" dirty="0"/>
          </a:p>
        </p:txBody>
      </p:sp>
      <p:sp>
        <p:nvSpPr>
          <p:cNvPr id="32" name="Shape 25"/>
          <p:cNvSpPr/>
          <p:nvPr/>
        </p:nvSpPr>
        <p:spPr>
          <a:xfrm>
            <a:off x="9546336" y="1463040"/>
            <a:ext cx="2103120" cy="3017520"/>
          </a:xfrm>
          <a:prstGeom prst="roundRect">
            <a:avLst>
              <a:gd name="adj" fmla="val 5217"/>
            </a:avLst>
          </a:prstGeom>
          <a:solidFill>
            <a:schemeClr val="bg2"/>
          </a:solidFill>
          <a:ln/>
        </p:spPr>
      </p:sp>
      <p:sp>
        <p:nvSpPr>
          <p:cNvPr id="33" name="Shape 26"/>
          <p:cNvSpPr/>
          <p:nvPr/>
        </p:nvSpPr>
        <p:spPr>
          <a:xfrm>
            <a:off x="9683496" y="1600200"/>
            <a:ext cx="502920" cy="502920"/>
          </a:xfrm>
          <a:prstGeom prst="ellipse">
            <a:avLst/>
          </a:prstGeom>
          <a:solidFill>
            <a:schemeClr val="accent1"/>
          </a:solidFill>
          <a:ln/>
        </p:spPr>
      </p:sp>
      <p:sp>
        <p:nvSpPr>
          <p:cNvPr id="34" name="Text 27"/>
          <p:cNvSpPr txBox="1"/>
          <p:nvPr/>
        </p:nvSpPr>
        <p:spPr>
          <a:xfrm>
            <a:off x="9683496" y="1600200"/>
            <a:ext cx="502920" cy="502920"/>
          </a:xfrm>
          <a:prstGeom prst="rect">
            <a:avLst/>
          </a:prstGeom>
          <a:noFill/>
          <a:ln/>
        </p:spPr>
        <p:txBody>
          <a:bodyPr wrap="square" lIns="0" tIns="0" rIns="0" bIns="0" rtlCol="0" anchor="ctr"/>
          <a:lstStyle/>
          <a:p>
            <a:pPr algn="ctr" indent="0" marL="0">
              <a:buNone/>
            </a:pPr>
            <a:r>
              <a:rPr lang="en-US" sz="1600" b="1" dirty="0">
                <a:solidFill>
                  <a:schemeClr val="tx2"/>
                </a:solidFill>
              </a:rPr>
              <a:t>5</a:t>
            </a:r>
            <a:endParaRPr lang="en-US" sz="1600" dirty="0"/>
          </a:p>
        </p:txBody>
      </p:sp>
      <p:sp>
        <p:nvSpPr>
          <p:cNvPr id="35" name="Shape 28"/>
          <p:cNvSpPr/>
          <p:nvPr/>
        </p:nvSpPr>
        <p:spPr>
          <a:xfrm>
            <a:off x="10232136" y="2011680"/>
            <a:ext cx="731520" cy="731520"/>
          </a:xfrm>
          <a:prstGeom prst="ellipse">
            <a:avLst/>
          </a:prstGeom>
          <a:solidFill>
            <a:schemeClr val="accent2"/>
          </a:solidFill>
          <a:ln/>
        </p:spPr>
      </p:sp>
      <p:pic>
        <p:nvPicPr>
          <p:cNvPr id="36" name="Image 4" descr="FaSyncAlt">    </p:cNvPr>
          <p:cNvPicPr>
            <a:picLocks noChangeAspect="1"/>
          </p:cNvPicPr>
          <p:nvPr/>
        </p:nvPicPr>
        <p:blipFill>
          <a:blip r:embed="rId5"/>
          <a:stretch>
            <a:fillRect/>
          </a:stretch>
        </p:blipFill>
        <p:spPr>
          <a:xfrm>
            <a:off x="10429646" y="2209190"/>
            <a:ext cx="336499" cy="336499"/>
          </a:xfrm>
          <a:prstGeom prst="rect">
            <a:avLst/>
          </a:prstGeom>
        </p:spPr>
      </p:pic>
      <p:sp>
        <p:nvSpPr>
          <p:cNvPr id="37" name="Text 29"/>
          <p:cNvSpPr txBox="1"/>
          <p:nvPr/>
        </p:nvSpPr>
        <p:spPr>
          <a:xfrm>
            <a:off x="9546336" y="2880360"/>
            <a:ext cx="2103120" cy="411480"/>
          </a:xfrm>
          <a:prstGeom prst="rect">
            <a:avLst/>
          </a:prstGeom>
          <a:noFill/>
          <a:ln/>
        </p:spPr>
        <p:txBody>
          <a:bodyPr wrap="square" lIns="0" tIns="0" rIns="0" bIns="0" rtlCol="0" anchor="t"/>
          <a:lstStyle/>
          <a:p>
            <a:pPr algn="ctr" indent="0" marL="0">
              <a:buNone/>
            </a:pPr>
            <a:r>
              <a:rPr lang="en-US" sz="1700" b="1" dirty="0">
                <a:solidFill>
                  <a:schemeClr val="tx2"/>
                </a:solidFill>
              </a:rPr>
              <a:t>특이한 앵글</a:t>
            </a:r>
            <a:endParaRPr lang="en-US" sz="1700" dirty="0"/>
          </a:p>
        </p:txBody>
      </p:sp>
      <p:sp>
        <p:nvSpPr>
          <p:cNvPr id="38" name="Text 30"/>
          <p:cNvSpPr txBox="1"/>
          <p:nvPr/>
        </p:nvSpPr>
        <p:spPr>
          <a:xfrm>
            <a:off x="9637776" y="3291840"/>
            <a:ext cx="1920240" cy="731520"/>
          </a:xfrm>
          <a:prstGeom prst="rect">
            <a:avLst/>
          </a:prstGeom>
          <a:noFill/>
          <a:ln/>
        </p:spPr>
        <p:txBody>
          <a:bodyPr wrap="square" lIns="0" tIns="0" rIns="0" bIns="0" rtlCol="0" anchor="t"/>
          <a:lstStyle/>
          <a:p>
            <a:pPr algn="ctr" indent="0" marL="0">
              <a:buNone/>
            </a:pPr>
            <a:r>
              <a:rPr lang="en-US" sz="1400" dirty="0">
                <a:solidFill>
                  <a:schemeClr val="tx1"/>
                </a:solidFill>
              </a:rPr>
              <a:t>탑뷰 · 로우앵글</a:t>
            </a:r>
            <a:endParaRPr lang="en-US" sz="1400" dirty="0"/>
          </a:p>
        </p:txBody>
      </p:sp>
      <p:sp>
        <p:nvSpPr>
          <p:cNvPr id="39" name="Shape 31"/>
          <p:cNvSpPr/>
          <p:nvPr/>
        </p:nvSpPr>
        <p:spPr>
          <a:xfrm>
            <a:off x="548640" y="4846320"/>
            <a:ext cx="11064240" cy="502920"/>
          </a:xfrm>
          <a:prstGeom prst="roundRect">
            <a:avLst>
              <a:gd name="adj" fmla="val 18182"/>
            </a:avLst>
          </a:prstGeom>
          <a:solidFill>
            <a:schemeClr val="accent6"/>
          </a:solidFill>
          <a:ln/>
        </p:spPr>
      </p:sp>
      <p:sp>
        <p:nvSpPr>
          <p:cNvPr id="40" name="Text 32"/>
          <p:cNvSpPr txBox="1"/>
          <p:nvPr/>
        </p:nvSpPr>
        <p:spPr>
          <a:xfrm>
            <a:off x="777240" y="484632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컷마다 7초 이상, 두 번씩. ①과 ②는 같은 동작을 다른 크기로 → 편집에서 이어 붙이면 자연스러워요</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컷을 잇는 규칙: 180도 · 30도 · B롤</a:t>
            </a:r>
            <a:endParaRPr lang="en-US" sz="3000" dirty="0"/>
          </a:p>
        </p:txBody>
      </p:sp>
      <p:sp>
        <p:nvSpPr>
          <p:cNvPr id="4" name="Shape 1"/>
          <p:cNvSpPr/>
          <p:nvPr/>
        </p:nvSpPr>
        <p:spPr>
          <a:xfrm>
            <a:off x="548640" y="1417320"/>
            <a:ext cx="5394960" cy="3931920"/>
          </a:xfrm>
          <a:prstGeom prst="roundRect">
            <a:avLst>
              <a:gd name="adj" fmla="val 2791"/>
            </a:avLst>
          </a:prstGeom>
          <a:solidFill>
            <a:schemeClr val="bg2"/>
          </a:solidFill>
          <a:ln/>
        </p:spPr>
      </p:sp>
      <p:sp>
        <p:nvSpPr>
          <p:cNvPr id="5" name="Shape 2"/>
          <p:cNvSpPr/>
          <p:nvPr/>
        </p:nvSpPr>
        <p:spPr>
          <a:xfrm>
            <a:off x="1554480" y="2651760"/>
            <a:ext cx="731520" cy="731520"/>
          </a:xfrm>
          <a:prstGeom prst="ellipse">
            <a:avLst/>
          </a:prstGeom>
          <a:solidFill>
            <a:schemeClr val="tx2"/>
          </a:solidFill>
          <a:ln/>
        </p:spPr>
      </p:sp>
      <p:sp>
        <p:nvSpPr>
          <p:cNvPr id="6" name="Shape 3"/>
          <p:cNvSpPr/>
          <p:nvPr/>
        </p:nvSpPr>
        <p:spPr>
          <a:xfrm>
            <a:off x="4114800" y="2651760"/>
            <a:ext cx="731520" cy="731520"/>
          </a:xfrm>
          <a:prstGeom prst="ellipse">
            <a:avLst/>
          </a:prstGeom>
          <a:solidFill>
            <a:schemeClr val="tx2"/>
          </a:solidFill>
          <a:ln/>
        </p:spPr>
      </p:sp>
      <p:sp>
        <p:nvSpPr>
          <p:cNvPr id="7" name="Shape 4"/>
          <p:cNvSpPr/>
          <p:nvPr/>
        </p:nvSpPr>
        <p:spPr>
          <a:xfrm>
            <a:off x="822960" y="3017520"/>
            <a:ext cx="4754880" cy="0"/>
          </a:xfrm>
          <a:prstGeom prst="line">
            <a:avLst/>
          </a:prstGeom>
          <a:noFill/>
          <a:ln w="25400">
            <a:solidFill>
              <a:schemeClr val="accent3"/>
            </a:solidFill>
            <a:prstDash val="dash"/>
          </a:ln>
        </p:spPr>
      </p:sp>
      <p:sp>
        <p:nvSpPr>
          <p:cNvPr id="8" name="Text 5"/>
          <p:cNvSpPr txBox="1"/>
          <p:nvPr/>
        </p:nvSpPr>
        <p:spPr>
          <a:xfrm>
            <a:off x="822960" y="3108960"/>
            <a:ext cx="1188720" cy="274320"/>
          </a:xfrm>
          <a:prstGeom prst="rect">
            <a:avLst/>
          </a:prstGeom>
          <a:noFill/>
          <a:ln/>
        </p:spPr>
        <p:txBody>
          <a:bodyPr wrap="square" lIns="0" tIns="0" rIns="0" bIns="0" rtlCol="0" anchor="t"/>
          <a:lstStyle/>
          <a:p>
            <a:pPr indent="0" marL="0">
              <a:buNone/>
            </a:pPr>
            <a:r>
              <a:rPr lang="en-US" sz="1200" dirty="0">
                <a:solidFill>
                  <a:schemeClr val="accent3"/>
                </a:solidFill>
              </a:rPr>
              <a:t>가상의 선</a:t>
            </a:r>
            <a:endParaRPr lang="en-US" sz="1200" dirty="0"/>
          </a:p>
        </p:txBody>
      </p:sp>
      <p:sp>
        <p:nvSpPr>
          <p:cNvPr id="9" name="Shape 6"/>
          <p:cNvSpPr/>
          <p:nvPr/>
        </p:nvSpPr>
        <p:spPr>
          <a:xfrm>
            <a:off x="1737360" y="4069080"/>
            <a:ext cx="548640" cy="548640"/>
          </a:xfrm>
          <a:prstGeom prst="ellipse">
            <a:avLst/>
          </a:prstGeom>
          <a:solidFill>
            <a:schemeClr val="accent2"/>
          </a:solidFill>
          <a:ln/>
        </p:spPr>
      </p:sp>
      <p:pic>
        <p:nvPicPr>
          <p:cNvPr id="10" name="Image 0" descr="FaVideo">    </p:cNvPr>
          <p:cNvPicPr>
            <a:picLocks noChangeAspect="1"/>
          </p:cNvPicPr>
          <p:nvPr/>
        </p:nvPicPr>
        <p:blipFill>
          <a:blip r:embed="rId1"/>
          <a:stretch>
            <a:fillRect/>
          </a:stretch>
        </p:blipFill>
        <p:spPr>
          <a:xfrm>
            <a:off x="1885493" y="4217213"/>
            <a:ext cx="252374" cy="252374"/>
          </a:xfrm>
          <a:prstGeom prst="rect">
            <a:avLst/>
          </a:prstGeom>
        </p:spPr>
      </p:pic>
      <p:sp>
        <p:nvSpPr>
          <p:cNvPr id="11" name="Shape 7"/>
          <p:cNvSpPr/>
          <p:nvPr/>
        </p:nvSpPr>
        <p:spPr>
          <a:xfrm>
            <a:off x="3749040" y="4069080"/>
            <a:ext cx="548640" cy="548640"/>
          </a:xfrm>
          <a:prstGeom prst="ellipse">
            <a:avLst/>
          </a:prstGeom>
          <a:solidFill>
            <a:schemeClr val="accent2"/>
          </a:solidFill>
          <a:ln/>
        </p:spPr>
      </p:sp>
      <p:pic>
        <p:nvPicPr>
          <p:cNvPr id="12" name="Image 1" descr="FaVideo">    </p:cNvPr>
          <p:cNvPicPr>
            <a:picLocks noChangeAspect="1"/>
          </p:cNvPicPr>
          <p:nvPr/>
        </p:nvPicPr>
        <p:blipFill>
          <a:blip r:embed="rId2"/>
          <a:stretch>
            <a:fillRect/>
          </a:stretch>
        </p:blipFill>
        <p:spPr>
          <a:xfrm>
            <a:off x="3897173" y="4217213"/>
            <a:ext cx="252374" cy="252374"/>
          </a:xfrm>
          <a:prstGeom prst="rect">
            <a:avLst/>
          </a:prstGeom>
        </p:spPr>
      </p:pic>
      <p:sp>
        <p:nvSpPr>
          <p:cNvPr id="13" name="Text 8"/>
          <p:cNvSpPr txBox="1"/>
          <p:nvPr/>
        </p:nvSpPr>
        <p:spPr>
          <a:xfrm>
            <a:off x="1371600" y="4709160"/>
            <a:ext cx="3657600" cy="320040"/>
          </a:xfrm>
          <a:prstGeom prst="rect">
            <a:avLst/>
          </a:prstGeom>
          <a:noFill/>
          <a:ln/>
        </p:spPr>
        <p:txBody>
          <a:bodyPr wrap="square" lIns="0" tIns="0" rIns="0" bIns="0" rtlCol="0" anchor="t"/>
          <a:lstStyle/>
          <a:p>
            <a:pPr algn="ctr" indent="0" marL="0">
              <a:buNone/>
            </a:pPr>
            <a:r>
              <a:rPr lang="en-US" sz="1400" b="1" dirty="0">
                <a:solidFill>
                  <a:schemeClr val="accent2"/>
                </a:solidFill>
              </a:rPr>
              <a:t>카메라는 이쪽에서만 ✓</a:t>
            </a:r>
            <a:endParaRPr lang="en-US" sz="1400" dirty="0"/>
          </a:p>
        </p:txBody>
      </p:sp>
      <p:sp>
        <p:nvSpPr>
          <p:cNvPr id="14" name="Shape 9"/>
          <p:cNvSpPr/>
          <p:nvPr/>
        </p:nvSpPr>
        <p:spPr>
          <a:xfrm>
            <a:off x="2834640" y="1645920"/>
            <a:ext cx="548640" cy="548640"/>
          </a:xfrm>
          <a:prstGeom prst="ellipse">
            <a:avLst/>
          </a:prstGeom>
          <a:solidFill>
            <a:schemeClr val="accent3"/>
          </a:solidFill>
          <a:ln/>
        </p:spPr>
      </p:sp>
      <p:pic>
        <p:nvPicPr>
          <p:cNvPr id="15" name="Image 2" descr="FaTimes">    </p:cNvPr>
          <p:cNvPicPr>
            <a:picLocks noChangeAspect="1"/>
          </p:cNvPicPr>
          <p:nvPr/>
        </p:nvPicPr>
        <p:blipFill>
          <a:blip r:embed="rId3"/>
          <a:stretch>
            <a:fillRect/>
          </a:stretch>
        </p:blipFill>
        <p:spPr>
          <a:xfrm>
            <a:off x="2982773" y="1794053"/>
            <a:ext cx="252374" cy="252374"/>
          </a:xfrm>
          <a:prstGeom prst="rect">
            <a:avLst/>
          </a:prstGeom>
        </p:spPr>
      </p:pic>
      <p:sp>
        <p:nvSpPr>
          <p:cNvPr id="16" name="Text 10"/>
          <p:cNvSpPr txBox="1"/>
          <p:nvPr/>
        </p:nvSpPr>
        <p:spPr>
          <a:xfrm>
            <a:off x="3474720" y="1737360"/>
            <a:ext cx="2194560" cy="457200"/>
          </a:xfrm>
          <a:prstGeom prst="rect">
            <a:avLst/>
          </a:prstGeom>
          <a:noFill/>
          <a:ln/>
        </p:spPr>
        <p:txBody>
          <a:bodyPr wrap="square" lIns="0" tIns="0" rIns="0" bIns="0" rtlCol="0" anchor="t"/>
          <a:lstStyle/>
          <a:p>
            <a:pPr indent="0" marL="0">
              <a:buNone/>
            </a:pPr>
            <a:r>
              <a:rPr lang="en-US" sz="1200" dirty="0">
                <a:solidFill>
                  <a:schemeClr val="accent3"/>
                </a:solidFill>
              </a:rPr>
              <a:t>넘어가면 방향이 뒤집혀 보여요</a:t>
            </a:r>
            <a:endParaRPr lang="en-US" sz="1200" dirty="0"/>
          </a:p>
        </p:txBody>
      </p:sp>
      <p:sp>
        <p:nvSpPr>
          <p:cNvPr id="17" name="Shape 11"/>
          <p:cNvSpPr/>
          <p:nvPr/>
        </p:nvSpPr>
        <p:spPr>
          <a:xfrm>
            <a:off x="6309360" y="1417320"/>
            <a:ext cx="5303520" cy="1234440"/>
          </a:xfrm>
          <a:prstGeom prst="roundRect">
            <a:avLst>
              <a:gd name="adj" fmla="val 8889"/>
            </a:avLst>
          </a:prstGeom>
          <a:solidFill>
            <a:schemeClr val="bg2"/>
          </a:solidFill>
          <a:ln/>
        </p:spPr>
      </p:sp>
      <p:sp>
        <p:nvSpPr>
          <p:cNvPr id="18" name="Shape 12"/>
          <p:cNvSpPr/>
          <p:nvPr/>
        </p:nvSpPr>
        <p:spPr>
          <a:xfrm>
            <a:off x="6492240" y="1751076"/>
            <a:ext cx="566928" cy="566928"/>
          </a:xfrm>
          <a:prstGeom prst="ellipse">
            <a:avLst/>
          </a:prstGeom>
          <a:solidFill>
            <a:schemeClr val="accent3"/>
          </a:solidFill>
          <a:ln/>
        </p:spPr>
      </p:sp>
      <p:sp>
        <p:nvSpPr>
          <p:cNvPr id="19" name="Text 13"/>
          <p:cNvSpPr txBox="1"/>
          <p:nvPr/>
        </p:nvSpPr>
        <p:spPr>
          <a:xfrm>
            <a:off x="6492240" y="175107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180</a:t>
            </a:r>
            <a:endParaRPr lang="en-US" sz="1800" dirty="0"/>
          </a:p>
        </p:txBody>
      </p:sp>
      <p:sp>
        <p:nvSpPr>
          <p:cNvPr id="20" name="Text 14"/>
          <p:cNvSpPr txBox="1"/>
          <p:nvPr/>
        </p:nvSpPr>
        <p:spPr>
          <a:xfrm>
            <a:off x="7287768" y="1545336"/>
            <a:ext cx="4096512" cy="384048"/>
          </a:xfrm>
          <a:prstGeom prst="rect">
            <a:avLst/>
          </a:prstGeom>
          <a:noFill/>
          <a:ln/>
        </p:spPr>
        <p:txBody>
          <a:bodyPr wrap="square" lIns="0" tIns="0" rIns="0" bIns="0" rtlCol="0" anchor="ctr"/>
          <a:lstStyle/>
          <a:p>
            <a:pPr indent="0" marL="0">
              <a:buNone/>
            </a:pPr>
            <a:r>
              <a:rPr lang="en-US" sz="1700" b="1" dirty="0">
                <a:solidFill>
                  <a:schemeClr val="tx2"/>
                </a:solidFill>
              </a:rPr>
              <a:t>180도 규칙</a:t>
            </a:r>
            <a:endParaRPr lang="en-US" sz="1700" dirty="0"/>
          </a:p>
        </p:txBody>
      </p:sp>
      <p:sp>
        <p:nvSpPr>
          <p:cNvPr id="21" name="Text 15"/>
          <p:cNvSpPr txBox="1"/>
          <p:nvPr/>
        </p:nvSpPr>
        <p:spPr>
          <a:xfrm>
            <a:off x="7287768" y="1929384"/>
            <a:ext cx="4096512" cy="630936"/>
          </a:xfrm>
          <a:prstGeom prst="rect">
            <a:avLst/>
          </a:prstGeom>
          <a:noFill/>
          <a:ln/>
        </p:spPr>
        <p:txBody>
          <a:bodyPr wrap="square" lIns="0" tIns="0" rIns="0" bIns="0" rtlCol="0" anchor="t"/>
          <a:lstStyle/>
          <a:p>
            <a:pPr indent="0" marL="0">
              <a:buNone/>
            </a:pPr>
            <a:r>
              <a:rPr lang="en-US" sz="1400" dirty="0">
                <a:solidFill>
                  <a:schemeClr val="tx1"/>
                </a:solidFill>
              </a:rPr>
              <a:t>두 사람 사이 선을 넘지 않기</a:t>
            </a:r>
            <a:endParaRPr lang="en-US" sz="1400" dirty="0"/>
          </a:p>
        </p:txBody>
      </p:sp>
      <p:sp>
        <p:nvSpPr>
          <p:cNvPr id="22" name="Shape 16"/>
          <p:cNvSpPr/>
          <p:nvPr/>
        </p:nvSpPr>
        <p:spPr>
          <a:xfrm>
            <a:off x="6309360" y="2788920"/>
            <a:ext cx="5303520" cy="1234440"/>
          </a:xfrm>
          <a:prstGeom prst="roundRect">
            <a:avLst>
              <a:gd name="adj" fmla="val 8889"/>
            </a:avLst>
          </a:prstGeom>
          <a:solidFill>
            <a:schemeClr val="bg2"/>
          </a:solidFill>
          <a:ln/>
        </p:spPr>
      </p:sp>
      <p:sp>
        <p:nvSpPr>
          <p:cNvPr id="23" name="Shape 17"/>
          <p:cNvSpPr/>
          <p:nvPr/>
        </p:nvSpPr>
        <p:spPr>
          <a:xfrm>
            <a:off x="6492240" y="3122676"/>
            <a:ext cx="566928" cy="566928"/>
          </a:xfrm>
          <a:prstGeom prst="ellipse">
            <a:avLst/>
          </a:prstGeom>
          <a:solidFill>
            <a:schemeClr val="accent4"/>
          </a:solidFill>
          <a:ln/>
        </p:spPr>
      </p:sp>
      <p:sp>
        <p:nvSpPr>
          <p:cNvPr id="24" name="Text 18"/>
          <p:cNvSpPr txBox="1"/>
          <p:nvPr/>
        </p:nvSpPr>
        <p:spPr>
          <a:xfrm>
            <a:off x="6492240" y="312267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30</a:t>
            </a:r>
            <a:endParaRPr lang="en-US" sz="1800" dirty="0"/>
          </a:p>
        </p:txBody>
      </p:sp>
      <p:sp>
        <p:nvSpPr>
          <p:cNvPr id="25" name="Text 19"/>
          <p:cNvSpPr txBox="1"/>
          <p:nvPr/>
        </p:nvSpPr>
        <p:spPr>
          <a:xfrm>
            <a:off x="7287768" y="2916936"/>
            <a:ext cx="4096512" cy="384048"/>
          </a:xfrm>
          <a:prstGeom prst="rect">
            <a:avLst/>
          </a:prstGeom>
          <a:noFill/>
          <a:ln/>
        </p:spPr>
        <p:txBody>
          <a:bodyPr wrap="square" lIns="0" tIns="0" rIns="0" bIns="0" rtlCol="0" anchor="ctr"/>
          <a:lstStyle/>
          <a:p>
            <a:pPr indent="0" marL="0">
              <a:buNone/>
            </a:pPr>
            <a:r>
              <a:rPr lang="en-US" sz="1700" b="1" dirty="0">
                <a:solidFill>
                  <a:schemeClr val="tx2"/>
                </a:solidFill>
              </a:rPr>
              <a:t>30도 규칙</a:t>
            </a:r>
            <a:endParaRPr lang="en-US" sz="1700" dirty="0"/>
          </a:p>
        </p:txBody>
      </p:sp>
      <p:sp>
        <p:nvSpPr>
          <p:cNvPr id="26" name="Text 20"/>
          <p:cNvSpPr txBox="1"/>
          <p:nvPr/>
        </p:nvSpPr>
        <p:spPr>
          <a:xfrm>
            <a:off x="7287768" y="3300984"/>
            <a:ext cx="4096512" cy="630936"/>
          </a:xfrm>
          <a:prstGeom prst="rect">
            <a:avLst/>
          </a:prstGeom>
          <a:noFill/>
          <a:ln/>
        </p:spPr>
        <p:txBody>
          <a:bodyPr wrap="square" lIns="0" tIns="0" rIns="0" bIns="0" rtlCol="0" anchor="t"/>
          <a:lstStyle/>
          <a:p>
            <a:pPr indent="0" marL="0">
              <a:buNone/>
            </a:pPr>
            <a:r>
              <a:rPr lang="en-US" sz="1400" dirty="0">
                <a:solidFill>
                  <a:schemeClr val="tx1"/>
                </a:solidFill>
              </a:rPr>
              <a:t>다시 찍을 땐 30도 이상, 또는 샷 크기를 바꾸기</a:t>
            </a:r>
            <a:endParaRPr lang="en-US" sz="1400" dirty="0"/>
          </a:p>
        </p:txBody>
      </p:sp>
      <p:sp>
        <p:nvSpPr>
          <p:cNvPr id="27" name="Shape 21"/>
          <p:cNvSpPr/>
          <p:nvPr/>
        </p:nvSpPr>
        <p:spPr>
          <a:xfrm>
            <a:off x="6309360" y="4160520"/>
            <a:ext cx="5303520" cy="1234440"/>
          </a:xfrm>
          <a:prstGeom prst="roundRect">
            <a:avLst>
              <a:gd name="adj" fmla="val 8889"/>
            </a:avLst>
          </a:prstGeom>
          <a:solidFill>
            <a:schemeClr val="bg2"/>
          </a:solidFill>
          <a:ln/>
        </p:spPr>
      </p:sp>
      <p:sp>
        <p:nvSpPr>
          <p:cNvPr id="28" name="Shape 22"/>
          <p:cNvSpPr/>
          <p:nvPr/>
        </p:nvSpPr>
        <p:spPr>
          <a:xfrm>
            <a:off x="6492240" y="4494276"/>
            <a:ext cx="566928" cy="566928"/>
          </a:xfrm>
          <a:prstGeom prst="ellipse">
            <a:avLst/>
          </a:prstGeom>
          <a:solidFill>
            <a:schemeClr val="accent1"/>
          </a:solidFill>
          <a:ln/>
        </p:spPr>
      </p:sp>
      <p:sp>
        <p:nvSpPr>
          <p:cNvPr id="29" name="Text 23"/>
          <p:cNvSpPr txBox="1"/>
          <p:nvPr/>
        </p:nvSpPr>
        <p:spPr>
          <a:xfrm>
            <a:off x="6492240" y="449427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30" name="Text 24"/>
          <p:cNvSpPr txBox="1"/>
          <p:nvPr/>
        </p:nvSpPr>
        <p:spPr>
          <a:xfrm>
            <a:off x="7287768" y="4288536"/>
            <a:ext cx="4096512" cy="384048"/>
          </a:xfrm>
          <a:prstGeom prst="rect">
            <a:avLst/>
          </a:prstGeom>
          <a:noFill/>
          <a:ln/>
        </p:spPr>
        <p:txBody>
          <a:bodyPr wrap="square" lIns="0" tIns="0" rIns="0" bIns="0" rtlCol="0" anchor="ctr"/>
          <a:lstStyle/>
          <a:p>
            <a:pPr indent="0" marL="0">
              <a:buNone/>
            </a:pPr>
            <a:r>
              <a:rPr lang="en-US" sz="1700" b="1" dirty="0">
                <a:solidFill>
                  <a:schemeClr val="tx2"/>
                </a:solidFill>
              </a:rPr>
              <a:t>B롤을 넉넉히</a:t>
            </a:r>
            <a:endParaRPr lang="en-US" sz="1700" dirty="0"/>
          </a:p>
        </p:txBody>
      </p:sp>
      <p:sp>
        <p:nvSpPr>
          <p:cNvPr id="31" name="Text 25"/>
          <p:cNvSpPr txBox="1"/>
          <p:nvPr/>
        </p:nvSpPr>
        <p:spPr>
          <a:xfrm>
            <a:off x="7287768" y="4672584"/>
            <a:ext cx="4096512" cy="630936"/>
          </a:xfrm>
          <a:prstGeom prst="rect">
            <a:avLst/>
          </a:prstGeom>
          <a:noFill/>
          <a:ln/>
        </p:spPr>
        <p:txBody>
          <a:bodyPr wrap="square" lIns="0" tIns="0" rIns="0" bIns="0" rtlCol="0" anchor="t"/>
          <a:lstStyle/>
          <a:p>
            <a:pPr indent="0" marL="0">
              <a:buNone/>
            </a:pPr>
            <a:r>
              <a:rPr lang="en-US" sz="1400" dirty="0">
                <a:solidFill>
                  <a:schemeClr val="tx1"/>
                </a:solidFill>
              </a:rPr>
              <a:t>손 · 소품 · 공간 컷. 편집에서 자른 자리를 덮어 줘요</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소리는 영상의 절반</a:t>
            </a:r>
            <a:endParaRPr lang="en-US" sz="3000" dirty="0"/>
          </a:p>
        </p:txBody>
      </p:sp>
      <p:sp>
        <p:nvSpPr>
          <p:cNvPr id="4" name="Shape 1"/>
          <p:cNvSpPr/>
          <p:nvPr/>
        </p:nvSpPr>
        <p:spPr>
          <a:xfrm>
            <a:off x="548640" y="1463040"/>
            <a:ext cx="2615184" cy="3200400"/>
          </a:xfrm>
          <a:prstGeom prst="roundRect">
            <a:avLst>
              <a:gd name="adj" fmla="val 4196"/>
            </a:avLst>
          </a:prstGeom>
          <a:solidFill>
            <a:schemeClr val="bg2"/>
          </a:solidFill>
          <a:ln/>
        </p:spPr>
      </p:sp>
      <p:sp>
        <p:nvSpPr>
          <p:cNvPr id="5" name="Shape 2"/>
          <p:cNvSpPr/>
          <p:nvPr/>
        </p:nvSpPr>
        <p:spPr>
          <a:xfrm>
            <a:off x="777240" y="1691640"/>
            <a:ext cx="566928" cy="566928"/>
          </a:xfrm>
          <a:prstGeom prst="ellipse">
            <a:avLst/>
          </a:prstGeom>
          <a:solidFill>
            <a:schemeClr val="accent2"/>
          </a:solidFill>
          <a:ln/>
        </p:spPr>
      </p:sp>
      <p:pic>
        <p:nvPicPr>
          <p:cNvPr id="6" name="Image 0" descr="FaRulerHorizontal">    </p:cNvPr>
          <p:cNvPicPr>
            <a:picLocks noChangeAspect="1"/>
          </p:cNvPicPr>
          <p:nvPr/>
        </p:nvPicPr>
        <p:blipFill>
          <a:blip r:embed="rId1"/>
          <a:stretch>
            <a:fillRect/>
          </a:stretch>
        </p:blipFill>
        <p:spPr>
          <a:xfrm>
            <a:off x="930311" y="1844711"/>
            <a:ext cx="260787" cy="260787"/>
          </a:xfrm>
          <a:prstGeom prst="rect">
            <a:avLst/>
          </a:prstGeom>
        </p:spPr>
      </p:pic>
      <p:sp>
        <p:nvSpPr>
          <p:cNvPr id="7" name="Text 3"/>
          <p:cNvSpPr txBox="1"/>
          <p:nvPr/>
        </p:nvSpPr>
        <p:spPr>
          <a:xfrm>
            <a:off x="777240" y="2395728"/>
            <a:ext cx="2157984" cy="411480"/>
          </a:xfrm>
          <a:prstGeom prst="rect">
            <a:avLst/>
          </a:prstGeom>
          <a:noFill/>
          <a:ln/>
        </p:spPr>
        <p:txBody>
          <a:bodyPr wrap="square" lIns="0" tIns="0" rIns="0" bIns="0" rtlCol="0" anchor="t"/>
          <a:lstStyle/>
          <a:p>
            <a:pPr indent="0" marL="0">
              <a:buNone/>
            </a:pPr>
            <a:r>
              <a:rPr lang="en-US" sz="1800" b="1" dirty="0">
                <a:solidFill>
                  <a:schemeClr val="tx2"/>
                </a:solidFill>
              </a:rPr>
              <a:t>한 뼘 거리</a:t>
            </a:r>
            <a:endParaRPr lang="en-US" sz="1800" dirty="0"/>
          </a:p>
        </p:txBody>
      </p:sp>
      <p:sp>
        <p:nvSpPr>
          <p:cNvPr id="8" name="Text 4"/>
          <p:cNvSpPr txBox="1"/>
          <p:nvPr/>
        </p:nvSpPr>
        <p:spPr>
          <a:xfrm>
            <a:off x="777240" y="2825496"/>
            <a:ext cx="2157984" cy="1655064"/>
          </a:xfrm>
          <a:prstGeom prst="rect">
            <a:avLst/>
          </a:prstGeom>
          <a:noFill/>
          <a:ln/>
        </p:spPr>
        <p:txBody>
          <a:bodyPr wrap="square" lIns="0" tIns="0" rIns="0" bIns="0" rtlCol="0" anchor="t"/>
          <a:lstStyle/>
          <a:p>
            <a:pPr indent="0" marL="0">
              <a:buNone/>
            </a:pPr>
            <a:r>
              <a:rPr lang="en-US" sz="1400" dirty="0">
                <a:solidFill>
                  <a:schemeClr val="tx1"/>
                </a:solidFill>
              </a:rPr>
              <a:t>폰과 입 사이 한 뼘. 멀수록 방 울림</a:t>
            </a:r>
            <a:endParaRPr lang="en-US" sz="1400" dirty="0"/>
          </a:p>
        </p:txBody>
      </p:sp>
      <p:sp>
        <p:nvSpPr>
          <p:cNvPr id="9" name="Shape 5"/>
          <p:cNvSpPr/>
          <p:nvPr/>
        </p:nvSpPr>
        <p:spPr>
          <a:xfrm>
            <a:off x="3364992" y="1463040"/>
            <a:ext cx="2615184" cy="3200400"/>
          </a:xfrm>
          <a:prstGeom prst="roundRect">
            <a:avLst>
              <a:gd name="adj" fmla="val 4196"/>
            </a:avLst>
          </a:prstGeom>
          <a:solidFill>
            <a:schemeClr val="bg2"/>
          </a:solidFill>
          <a:ln/>
        </p:spPr>
      </p:sp>
      <p:sp>
        <p:nvSpPr>
          <p:cNvPr id="10" name="Shape 6"/>
          <p:cNvSpPr/>
          <p:nvPr/>
        </p:nvSpPr>
        <p:spPr>
          <a:xfrm>
            <a:off x="3593592" y="1691640"/>
            <a:ext cx="566928" cy="566928"/>
          </a:xfrm>
          <a:prstGeom prst="ellipse">
            <a:avLst/>
          </a:prstGeom>
          <a:solidFill>
            <a:schemeClr val="accent4"/>
          </a:solidFill>
          <a:ln/>
        </p:spPr>
      </p:sp>
      <p:pic>
        <p:nvPicPr>
          <p:cNvPr id="11" name="Image 1" descr="FaVolumeMute">    </p:cNvPr>
          <p:cNvPicPr>
            <a:picLocks noChangeAspect="1"/>
          </p:cNvPicPr>
          <p:nvPr/>
        </p:nvPicPr>
        <p:blipFill>
          <a:blip r:embed="rId2"/>
          <a:stretch>
            <a:fillRect/>
          </a:stretch>
        </p:blipFill>
        <p:spPr>
          <a:xfrm>
            <a:off x="3746663" y="1844711"/>
            <a:ext cx="260787" cy="260787"/>
          </a:xfrm>
          <a:prstGeom prst="rect">
            <a:avLst/>
          </a:prstGeom>
        </p:spPr>
      </p:pic>
      <p:sp>
        <p:nvSpPr>
          <p:cNvPr id="12" name="Text 7"/>
          <p:cNvSpPr txBox="1"/>
          <p:nvPr/>
        </p:nvSpPr>
        <p:spPr>
          <a:xfrm>
            <a:off x="3593592" y="2395728"/>
            <a:ext cx="2157984" cy="411480"/>
          </a:xfrm>
          <a:prstGeom prst="rect">
            <a:avLst/>
          </a:prstGeom>
          <a:noFill/>
          <a:ln/>
        </p:spPr>
        <p:txBody>
          <a:bodyPr wrap="square" lIns="0" tIns="0" rIns="0" bIns="0" rtlCol="0" anchor="t"/>
          <a:lstStyle/>
          <a:p>
            <a:pPr indent="0" marL="0">
              <a:buNone/>
            </a:pPr>
            <a:r>
              <a:rPr lang="en-US" sz="1800" b="1" dirty="0">
                <a:solidFill>
                  <a:schemeClr val="tx2"/>
                </a:solidFill>
              </a:rPr>
              <a:t>조용한 자리</a:t>
            </a:r>
            <a:endParaRPr lang="en-US" sz="1800" dirty="0"/>
          </a:p>
        </p:txBody>
      </p:sp>
      <p:sp>
        <p:nvSpPr>
          <p:cNvPr id="13" name="Text 8"/>
          <p:cNvSpPr txBox="1"/>
          <p:nvPr/>
        </p:nvSpPr>
        <p:spPr>
          <a:xfrm>
            <a:off x="3593592" y="2825496"/>
            <a:ext cx="2157984" cy="1655064"/>
          </a:xfrm>
          <a:prstGeom prst="rect">
            <a:avLst/>
          </a:prstGeom>
          <a:noFill/>
          <a:ln/>
        </p:spPr>
        <p:txBody>
          <a:bodyPr wrap="square" lIns="0" tIns="0" rIns="0" bIns="0" rtlCol="0" anchor="t"/>
          <a:lstStyle/>
          <a:p>
            <a:pPr indent="0" marL="0">
              <a:buNone/>
            </a:pPr>
            <a:r>
              <a:rPr lang="en-US" sz="1400" dirty="0">
                <a:solidFill>
                  <a:schemeClr val="tx1"/>
                </a:solidFill>
              </a:rPr>
              <a:t>에어컨 · 냉장고 · 복도 소리 피하기</a:t>
            </a:r>
            <a:endParaRPr lang="en-US" sz="1400" dirty="0"/>
          </a:p>
        </p:txBody>
      </p:sp>
      <p:sp>
        <p:nvSpPr>
          <p:cNvPr id="14" name="Shape 9"/>
          <p:cNvSpPr/>
          <p:nvPr/>
        </p:nvSpPr>
        <p:spPr>
          <a:xfrm>
            <a:off x="6181344" y="1463040"/>
            <a:ext cx="2615184" cy="3200400"/>
          </a:xfrm>
          <a:prstGeom prst="roundRect">
            <a:avLst>
              <a:gd name="adj" fmla="val 4196"/>
            </a:avLst>
          </a:prstGeom>
          <a:solidFill>
            <a:schemeClr val="bg2"/>
          </a:solidFill>
          <a:ln/>
        </p:spPr>
      </p:sp>
      <p:sp>
        <p:nvSpPr>
          <p:cNvPr id="15" name="Shape 10"/>
          <p:cNvSpPr/>
          <p:nvPr/>
        </p:nvSpPr>
        <p:spPr>
          <a:xfrm>
            <a:off x="6409944" y="1691640"/>
            <a:ext cx="566928" cy="566928"/>
          </a:xfrm>
          <a:prstGeom prst="ellipse">
            <a:avLst/>
          </a:prstGeom>
          <a:solidFill>
            <a:schemeClr val="accent1"/>
          </a:solidFill>
          <a:ln/>
        </p:spPr>
      </p:sp>
      <p:pic>
        <p:nvPicPr>
          <p:cNvPr id="16" name="Image 2" descr="FaClock">    </p:cNvPr>
          <p:cNvPicPr>
            <a:picLocks noChangeAspect="1"/>
          </p:cNvPicPr>
          <p:nvPr/>
        </p:nvPicPr>
        <p:blipFill>
          <a:blip r:embed="rId3"/>
          <a:stretch>
            <a:fillRect/>
          </a:stretch>
        </p:blipFill>
        <p:spPr>
          <a:xfrm>
            <a:off x="6563015" y="1844711"/>
            <a:ext cx="260787" cy="260787"/>
          </a:xfrm>
          <a:prstGeom prst="rect">
            <a:avLst/>
          </a:prstGeom>
        </p:spPr>
      </p:pic>
      <p:sp>
        <p:nvSpPr>
          <p:cNvPr id="17" name="Text 11"/>
          <p:cNvSpPr txBox="1"/>
          <p:nvPr/>
        </p:nvSpPr>
        <p:spPr>
          <a:xfrm>
            <a:off x="6409944" y="2395728"/>
            <a:ext cx="2157984" cy="411480"/>
          </a:xfrm>
          <a:prstGeom prst="rect">
            <a:avLst/>
          </a:prstGeom>
          <a:noFill/>
          <a:ln/>
        </p:spPr>
        <p:txBody>
          <a:bodyPr wrap="square" lIns="0" tIns="0" rIns="0" bIns="0" rtlCol="0" anchor="t"/>
          <a:lstStyle/>
          <a:p>
            <a:pPr indent="0" marL="0">
              <a:buNone/>
            </a:pPr>
            <a:r>
              <a:rPr lang="en-US" sz="1800" b="1" dirty="0">
                <a:solidFill>
                  <a:schemeClr val="tx2"/>
                </a:solidFill>
              </a:rPr>
              <a:t>룸톤 10초</a:t>
            </a:r>
            <a:endParaRPr lang="en-US" sz="1800" dirty="0"/>
          </a:p>
        </p:txBody>
      </p:sp>
      <p:sp>
        <p:nvSpPr>
          <p:cNvPr id="18" name="Text 12"/>
          <p:cNvSpPr txBox="1"/>
          <p:nvPr/>
        </p:nvSpPr>
        <p:spPr>
          <a:xfrm>
            <a:off x="6409944" y="2825496"/>
            <a:ext cx="2157984" cy="1655064"/>
          </a:xfrm>
          <a:prstGeom prst="rect">
            <a:avLst/>
          </a:prstGeom>
          <a:noFill/>
          <a:ln/>
        </p:spPr>
        <p:txBody>
          <a:bodyPr wrap="square" lIns="0" tIns="0" rIns="0" bIns="0" rtlCol="0" anchor="t"/>
          <a:lstStyle/>
          <a:p>
            <a:pPr indent="0" marL="0">
              <a:buNone/>
            </a:pPr>
            <a:r>
              <a:rPr lang="en-US" sz="1400" dirty="0">
                <a:solidFill>
                  <a:schemeClr val="tx1"/>
                </a:solidFill>
              </a:rPr>
              <a:t>끝에 말없이 10초 녹음 → 편집에서 빈 곳 메꾸기</a:t>
            </a:r>
            <a:endParaRPr lang="en-US" sz="1400" dirty="0"/>
          </a:p>
        </p:txBody>
      </p:sp>
      <p:sp>
        <p:nvSpPr>
          <p:cNvPr id="19" name="Shape 13"/>
          <p:cNvSpPr/>
          <p:nvPr/>
        </p:nvSpPr>
        <p:spPr>
          <a:xfrm>
            <a:off x="8997696" y="1463040"/>
            <a:ext cx="2615184" cy="3200400"/>
          </a:xfrm>
          <a:prstGeom prst="roundRect">
            <a:avLst>
              <a:gd name="adj" fmla="val 4196"/>
            </a:avLst>
          </a:prstGeom>
          <a:solidFill>
            <a:schemeClr val="bg2"/>
          </a:solidFill>
          <a:ln/>
        </p:spPr>
      </p:sp>
      <p:sp>
        <p:nvSpPr>
          <p:cNvPr id="20" name="Shape 14"/>
          <p:cNvSpPr/>
          <p:nvPr/>
        </p:nvSpPr>
        <p:spPr>
          <a:xfrm>
            <a:off x="9226296" y="1691640"/>
            <a:ext cx="566928" cy="566928"/>
          </a:xfrm>
          <a:prstGeom prst="ellipse">
            <a:avLst/>
          </a:prstGeom>
          <a:solidFill>
            <a:schemeClr val="accent3"/>
          </a:solidFill>
          <a:ln/>
        </p:spPr>
      </p:sp>
      <p:pic>
        <p:nvPicPr>
          <p:cNvPr id="21" name="Image 3" descr="FaTint">    </p:cNvPr>
          <p:cNvPicPr>
            <a:picLocks noChangeAspect="1"/>
          </p:cNvPicPr>
          <p:nvPr/>
        </p:nvPicPr>
        <p:blipFill>
          <a:blip r:embed="rId4"/>
          <a:stretch>
            <a:fillRect/>
          </a:stretch>
        </p:blipFill>
        <p:spPr>
          <a:xfrm>
            <a:off x="9379367" y="1844711"/>
            <a:ext cx="260787" cy="260787"/>
          </a:xfrm>
          <a:prstGeom prst="rect">
            <a:avLst/>
          </a:prstGeom>
        </p:spPr>
      </p:pic>
      <p:sp>
        <p:nvSpPr>
          <p:cNvPr id="22" name="Text 15"/>
          <p:cNvSpPr txBox="1"/>
          <p:nvPr/>
        </p:nvSpPr>
        <p:spPr>
          <a:xfrm>
            <a:off x="9226296" y="2395728"/>
            <a:ext cx="2157984" cy="411480"/>
          </a:xfrm>
          <a:prstGeom prst="rect">
            <a:avLst/>
          </a:prstGeom>
          <a:noFill/>
          <a:ln/>
        </p:spPr>
        <p:txBody>
          <a:bodyPr wrap="square" lIns="0" tIns="0" rIns="0" bIns="0" rtlCol="0" anchor="t"/>
          <a:lstStyle/>
          <a:p>
            <a:pPr indent="0" marL="0">
              <a:buNone/>
            </a:pPr>
            <a:r>
              <a:rPr lang="en-US" sz="1800" b="1" dirty="0">
                <a:solidFill>
                  <a:schemeClr val="tx2"/>
                </a:solidFill>
              </a:rPr>
              <a:t>현장음 살리기</a:t>
            </a:r>
            <a:endParaRPr lang="en-US" sz="1800" dirty="0"/>
          </a:p>
        </p:txBody>
      </p:sp>
      <p:sp>
        <p:nvSpPr>
          <p:cNvPr id="23" name="Text 16"/>
          <p:cNvSpPr txBox="1"/>
          <p:nvPr/>
        </p:nvSpPr>
        <p:spPr>
          <a:xfrm>
            <a:off x="9226296" y="2825496"/>
            <a:ext cx="2157984" cy="1655064"/>
          </a:xfrm>
          <a:prstGeom prst="rect">
            <a:avLst/>
          </a:prstGeom>
          <a:noFill/>
          <a:ln/>
        </p:spPr>
        <p:txBody>
          <a:bodyPr wrap="square" lIns="0" tIns="0" rIns="0" bIns="0" rtlCol="0" anchor="t"/>
          <a:lstStyle/>
          <a:p>
            <a:pPr indent="0" marL="0">
              <a:buNone/>
            </a:pPr>
            <a:r>
              <a:rPr lang="en-US" sz="1400" dirty="0">
                <a:solidFill>
                  <a:schemeClr val="tx1"/>
                </a:solidFill>
              </a:rPr>
              <a:t>발소리 · 물소리. 음악으로 다 덮지 않기</a:t>
            </a:r>
            <a:endParaRPr lang="en-US" sz="1400" dirty="0"/>
          </a:p>
        </p:txBody>
      </p:sp>
      <p:sp>
        <p:nvSpPr>
          <p:cNvPr id="24" name="Shape 17"/>
          <p:cNvSpPr/>
          <p:nvPr/>
        </p:nvSpPr>
        <p:spPr>
          <a:xfrm>
            <a:off x="548640" y="4983480"/>
            <a:ext cx="11064240" cy="502920"/>
          </a:xfrm>
          <a:prstGeom prst="roundRect">
            <a:avLst>
              <a:gd name="adj" fmla="val 18182"/>
            </a:avLst>
          </a:prstGeom>
          <a:solidFill>
            <a:schemeClr val="accent6"/>
          </a:solidFill>
          <a:ln/>
        </p:spPr>
      </p:sp>
      <p:sp>
        <p:nvSpPr>
          <p:cNvPr id="25" name="Text 18"/>
          <p:cNvSpPr txBox="1"/>
          <p:nvPr/>
        </p:nvSpPr>
        <p:spPr>
          <a:xfrm>
            <a:off x="777240" y="498348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흐린 화면은 참아도, 안 들리는 소리는 못 참는다</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강사 장비 체험: 언제 쓰면 좋은가</a:t>
            </a:r>
            <a:endParaRPr lang="en-US" sz="3000" dirty="0"/>
          </a:p>
        </p:txBody>
      </p:sp>
      <p:sp>
        <p:nvSpPr>
          <p:cNvPr id="4" name="Shape 1"/>
          <p:cNvSpPr/>
          <p:nvPr/>
        </p:nvSpPr>
        <p:spPr>
          <a:xfrm>
            <a:off x="548640" y="1463040"/>
            <a:ext cx="3566160" cy="3108960"/>
          </a:xfrm>
          <a:prstGeom prst="roundRect">
            <a:avLst>
              <a:gd name="adj" fmla="val 3529"/>
            </a:avLst>
          </a:prstGeom>
          <a:solidFill>
            <a:schemeClr val="bg2"/>
          </a:solidFill>
          <a:ln/>
        </p:spPr>
      </p:sp>
      <p:sp>
        <p:nvSpPr>
          <p:cNvPr id="5" name="Shape 2"/>
          <p:cNvSpPr/>
          <p:nvPr/>
        </p:nvSpPr>
        <p:spPr>
          <a:xfrm>
            <a:off x="777240" y="1691640"/>
            <a:ext cx="566928" cy="566928"/>
          </a:xfrm>
          <a:prstGeom prst="ellipse">
            <a:avLst/>
          </a:prstGeom>
          <a:solidFill>
            <a:schemeClr val="accent2"/>
          </a:solidFill>
          <a:ln/>
        </p:spPr>
      </p:sp>
      <p:pic>
        <p:nvPicPr>
          <p:cNvPr id="6" name="Image 0" descr="FaCamera">    </p:cNvPr>
          <p:cNvPicPr>
            <a:picLocks noChangeAspect="1"/>
          </p:cNvPicPr>
          <p:nvPr/>
        </p:nvPicPr>
        <p:blipFill>
          <a:blip r:embed="rId1"/>
          <a:stretch>
            <a:fillRect/>
          </a:stretch>
        </p:blipFill>
        <p:spPr>
          <a:xfrm>
            <a:off x="930311" y="1844711"/>
            <a:ext cx="260787" cy="260787"/>
          </a:xfrm>
          <a:prstGeom prst="rect">
            <a:avLst/>
          </a:prstGeom>
        </p:spPr>
      </p:pic>
      <p:sp>
        <p:nvSpPr>
          <p:cNvPr id="7" name="Text 3"/>
          <p:cNvSpPr txBox="1"/>
          <p:nvPr/>
        </p:nvSpPr>
        <p:spPr>
          <a:xfrm>
            <a:off x="777240" y="2395728"/>
            <a:ext cx="3108960" cy="411480"/>
          </a:xfrm>
          <a:prstGeom prst="rect">
            <a:avLst/>
          </a:prstGeom>
          <a:noFill/>
          <a:ln/>
        </p:spPr>
        <p:txBody>
          <a:bodyPr wrap="square" lIns="0" tIns="0" rIns="0" bIns="0" rtlCol="0" anchor="t"/>
          <a:lstStyle/>
          <a:p>
            <a:pPr indent="0" marL="0">
              <a:buNone/>
            </a:pPr>
            <a:r>
              <a:rPr lang="en-US" sz="1900" b="1" dirty="0">
                <a:solidFill>
                  <a:schemeClr val="tx2"/>
                </a:solidFill>
              </a:rPr>
              <a:t>삼각대</a:t>
            </a:r>
            <a:endParaRPr lang="en-US" sz="1900" dirty="0"/>
          </a:p>
        </p:txBody>
      </p:sp>
      <p:sp>
        <p:nvSpPr>
          <p:cNvPr id="8" name="Text 4"/>
          <p:cNvSpPr txBox="1"/>
          <p:nvPr/>
        </p:nvSpPr>
        <p:spPr>
          <a:xfrm>
            <a:off x="777240" y="2825496"/>
            <a:ext cx="3108960" cy="1563624"/>
          </a:xfrm>
          <a:prstGeom prst="rect">
            <a:avLst/>
          </a:prstGeom>
          <a:noFill/>
          <a:ln/>
        </p:spPr>
        <p:txBody>
          <a:bodyPr wrap="square" lIns="0" tIns="0" rIns="0" bIns="0" rtlCol="0" anchor="t"/>
          <a:lstStyle/>
          <a:p>
            <a:pPr indent="0" marL="0">
              <a:buNone/>
            </a:pPr>
            <a:r>
              <a:rPr lang="en-US" sz="1500" dirty="0">
                <a:solidFill>
                  <a:schemeClr val="tx1"/>
                </a:solidFill>
              </a:rPr>
              <a:t>고정 샷 · 혼자 찍는 토크 · 타임랩스</a:t>
            </a:r>
            <a:endParaRPr lang="en-US" sz="1500" dirty="0"/>
          </a:p>
          <a:p>
            <a:pPr indent="0" marL="0">
              <a:buNone/>
            </a:pPr>
            <a:r>
              <a:rPr lang="en-US" sz="1500" dirty="0">
                <a:solidFill>
                  <a:schemeClr val="tx1"/>
                </a:solidFill>
              </a:rPr>
              <a:t>미니 삼각대도 충분</a:t>
            </a:r>
            <a:endParaRPr lang="en-US" sz="1500" dirty="0"/>
          </a:p>
        </p:txBody>
      </p:sp>
      <p:sp>
        <p:nvSpPr>
          <p:cNvPr id="9" name="Shape 5"/>
          <p:cNvSpPr/>
          <p:nvPr/>
        </p:nvSpPr>
        <p:spPr>
          <a:xfrm>
            <a:off x="4297680" y="1463040"/>
            <a:ext cx="3566160" cy="3108960"/>
          </a:xfrm>
          <a:prstGeom prst="roundRect">
            <a:avLst>
              <a:gd name="adj" fmla="val 3529"/>
            </a:avLst>
          </a:prstGeom>
          <a:solidFill>
            <a:schemeClr val="bg2"/>
          </a:solidFill>
          <a:ln/>
        </p:spPr>
      </p:sp>
      <p:sp>
        <p:nvSpPr>
          <p:cNvPr id="10" name="Shape 6"/>
          <p:cNvSpPr/>
          <p:nvPr/>
        </p:nvSpPr>
        <p:spPr>
          <a:xfrm>
            <a:off x="4526280" y="1691640"/>
            <a:ext cx="566928" cy="566928"/>
          </a:xfrm>
          <a:prstGeom prst="ellipse">
            <a:avLst/>
          </a:prstGeom>
          <a:solidFill>
            <a:schemeClr val="accent3"/>
          </a:solidFill>
          <a:ln/>
        </p:spPr>
      </p:sp>
      <p:pic>
        <p:nvPicPr>
          <p:cNvPr id="11" name="Image 1" descr="FaMicrophone">    </p:cNvPr>
          <p:cNvPicPr>
            <a:picLocks noChangeAspect="1"/>
          </p:cNvPicPr>
          <p:nvPr/>
        </p:nvPicPr>
        <p:blipFill>
          <a:blip r:embed="rId2"/>
          <a:stretch>
            <a:fillRect/>
          </a:stretch>
        </p:blipFill>
        <p:spPr>
          <a:xfrm>
            <a:off x="4679351" y="1844711"/>
            <a:ext cx="260787" cy="260787"/>
          </a:xfrm>
          <a:prstGeom prst="rect">
            <a:avLst/>
          </a:prstGeom>
        </p:spPr>
      </p:pic>
      <p:sp>
        <p:nvSpPr>
          <p:cNvPr id="12" name="Text 7"/>
          <p:cNvSpPr txBox="1"/>
          <p:nvPr/>
        </p:nvSpPr>
        <p:spPr>
          <a:xfrm>
            <a:off x="4526280" y="2395728"/>
            <a:ext cx="3108960" cy="411480"/>
          </a:xfrm>
          <a:prstGeom prst="rect">
            <a:avLst/>
          </a:prstGeom>
          <a:noFill/>
          <a:ln/>
        </p:spPr>
        <p:txBody>
          <a:bodyPr wrap="square" lIns="0" tIns="0" rIns="0" bIns="0" rtlCol="0" anchor="t"/>
          <a:lstStyle/>
          <a:p>
            <a:pPr indent="0" marL="0">
              <a:buNone/>
            </a:pPr>
            <a:r>
              <a:rPr lang="en-US" sz="1900" b="1" dirty="0">
                <a:solidFill>
                  <a:schemeClr val="tx2"/>
                </a:solidFill>
              </a:rPr>
              <a:t>무선 핀마이크</a:t>
            </a:r>
            <a:endParaRPr lang="en-US" sz="1900" dirty="0"/>
          </a:p>
        </p:txBody>
      </p:sp>
      <p:sp>
        <p:nvSpPr>
          <p:cNvPr id="13" name="Text 8"/>
          <p:cNvSpPr txBox="1"/>
          <p:nvPr/>
        </p:nvSpPr>
        <p:spPr>
          <a:xfrm>
            <a:off x="4526280" y="2825496"/>
            <a:ext cx="3108960" cy="1563624"/>
          </a:xfrm>
          <a:prstGeom prst="rect">
            <a:avLst/>
          </a:prstGeom>
          <a:noFill/>
          <a:ln/>
        </p:spPr>
        <p:txBody>
          <a:bodyPr wrap="square" lIns="0" tIns="0" rIns="0" bIns="0" rtlCol="0" anchor="t"/>
          <a:lstStyle/>
          <a:p>
            <a:pPr indent="0" marL="0">
              <a:buNone/>
            </a:pPr>
            <a:r>
              <a:rPr lang="en-US" sz="1500" dirty="0">
                <a:solidFill>
                  <a:schemeClr val="tx1"/>
                </a:solidFill>
              </a:rPr>
              <a:t>인터뷰 · 토크 · 내레이션</a:t>
            </a:r>
            <a:endParaRPr lang="en-US" sz="1500" dirty="0"/>
          </a:p>
          <a:p>
            <a:pPr indent="0" marL="0">
              <a:buNone/>
            </a:pPr>
            <a:r>
              <a:rPr lang="en-US" sz="1500" dirty="0">
                <a:solidFill>
                  <a:schemeClr val="tx1"/>
                </a:solidFill>
              </a:rPr>
              <a:t>폰 마이크와 같은 문장으로 비교</a:t>
            </a:r>
            <a:endParaRPr lang="en-US" sz="1500" dirty="0"/>
          </a:p>
        </p:txBody>
      </p:sp>
      <p:sp>
        <p:nvSpPr>
          <p:cNvPr id="14" name="Shape 9"/>
          <p:cNvSpPr/>
          <p:nvPr/>
        </p:nvSpPr>
        <p:spPr>
          <a:xfrm>
            <a:off x="8046720" y="1463040"/>
            <a:ext cx="3566160" cy="3108960"/>
          </a:xfrm>
          <a:prstGeom prst="roundRect">
            <a:avLst>
              <a:gd name="adj" fmla="val 3529"/>
            </a:avLst>
          </a:prstGeom>
          <a:solidFill>
            <a:schemeClr val="bg2"/>
          </a:solidFill>
          <a:ln/>
        </p:spPr>
      </p:sp>
      <p:sp>
        <p:nvSpPr>
          <p:cNvPr id="15" name="Shape 10"/>
          <p:cNvSpPr/>
          <p:nvPr/>
        </p:nvSpPr>
        <p:spPr>
          <a:xfrm>
            <a:off x="8275320" y="1691640"/>
            <a:ext cx="566928" cy="566928"/>
          </a:xfrm>
          <a:prstGeom prst="ellipse">
            <a:avLst/>
          </a:prstGeom>
          <a:solidFill>
            <a:schemeClr val="accent4"/>
          </a:solidFill>
          <a:ln/>
        </p:spPr>
      </p:sp>
      <p:pic>
        <p:nvPicPr>
          <p:cNvPr id="16" name="Image 2" descr="FaRunning">    </p:cNvPr>
          <p:cNvPicPr>
            <a:picLocks noChangeAspect="1"/>
          </p:cNvPicPr>
          <p:nvPr/>
        </p:nvPicPr>
        <p:blipFill>
          <a:blip r:embed="rId3"/>
          <a:stretch>
            <a:fillRect/>
          </a:stretch>
        </p:blipFill>
        <p:spPr>
          <a:xfrm>
            <a:off x="8428391" y="1844711"/>
            <a:ext cx="260787" cy="260787"/>
          </a:xfrm>
          <a:prstGeom prst="rect">
            <a:avLst/>
          </a:prstGeom>
        </p:spPr>
      </p:pic>
      <p:sp>
        <p:nvSpPr>
          <p:cNvPr id="17" name="Text 11"/>
          <p:cNvSpPr txBox="1"/>
          <p:nvPr/>
        </p:nvSpPr>
        <p:spPr>
          <a:xfrm>
            <a:off x="8275320" y="2395728"/>
            <a:ext cx="3108960" cy="411480"/>
          </a:xfrm>
          <a:prstGeom prst="rect">
            <a:avLst/>
          </a:prstGeom>
          <a:noFill/>
          <a:ln/>
        </p:spPr>
        <p:txBody>
          <a:bodyPr wrap="square" lIns="0" tIns="0" rIns="0" bIns="0" rtlCol="0" anchor="t"/>
          <a:lstStyle/>
          <a:p>
            <a:pPr indent="0" marL="0">
              <a:buNone/>
            </a:pPr>
            <a:r>
              <a:rPr lang="en-US" sz="1900" b="1" dirty="0">
                <a:solidFill>
                  <a:schemeClr val="tx2"/>
                </a:solidFill>
              </a:rPr>
              <a:t>짐벌</a:t>
            </a:r>
            <a:endParaRPr lang="en-US" sz="1900" dirty="0"/>
          </a:p>
        </p:txBody>
      </p:sp>
      <p:sp>
        <p:nvSpPr>
          <p:cNvPr id="18" name="Text 12"/>
          <p:cNvSpPr txBox="1"/>
          <p:nvPr/>
        </p:nvSpPr>
        <p:spPr>
          <a:xfrm>
            <a:off x="8275320" y="2825496"/>
            <a:ext cx="3108960" cy="1563624"/>
          </a:xfrm>
          <a:prstGeom prst="rect">
            <a:avLst/>
          </a:prstGeom>
          <a:noFill/>
          <a:ln/>
        </p:spPr>
        <p:txBody>
          <a:bodyPr wrap="square" lIns="0" tIns="0" rIns="0" bIns="0" rtlCol="0" anchor="t"/>
          <a:lstStyle/>
          <a:p>
            <a:pPr indent="0" marL="0">
              <a:buNone/>
            </a:pPr>
            <a:r>
              <a:rPr lang="en-US" sz="1500" dirty="0">
                <a:solidFill>
                  <a:schemeClr val="tx1"/>
                </a:solidFill>
              </a:rPr>
              <a:t>걷거나 따라가며 찍을 때</a:t>
            </a:r>
            <a:endParaRPr lang="en-US" sz="1500" dirty="0"/>
          </a:p>
          <a:p>
            <a:pPr indent="0" marL="0">
              <a:buNone/>
            </a:pPr>
            <a:r>
              <a:rPr lang="en-US" sz="1500" dirty="0">
                <a:solidFill>
                  <a:schemeClr val="tx1"/>
                </a:solidFill>
              </a:rPr>
              <a:t>무겁고 세팅 시간이 들어요</a:t>
            </a:r>
            <a:endParaRPr lang="en-US" sz="1500" dirty="0"/>
          </a:p>
        </p:txBody>
      </p:sp>
      <p:sp>
        <p:nvSpPr>
          <p:cNvPr id="19" name="Shape 13"/>
          <p:cNvSpPr/>
          <p:nvPr/>
        </p:nvSpPr>
        <p:spPr>
          <a:xfrm>
            <a:off x="548640" y="4937760"/>
            <a:ext cx="11064240" cy="502920"/>
          </a:xfrm>
          <a:prstGeom prst="roundRect">
            <a:avLst>
              <a:gd name="adj" fmla="val 18182"/>
            </a:avLst>
          </a:prstGeom>
          <a:solidFill>
            <a:schemeClr val="accent6"/>
          </a:solidFill>
          <a:ln/>
        </p:spPr>
      </p:sp>
      <p:sp>
        <p:nvSpPr>
          <p:cNvPr id="20" name="Text 14"/>
          <p:cNvSpPr txBox="1"/>
          <p:nvPr/>
        </p:nvSpPr>
        <p:spPr>
          <a:xfrm>
            <a:off x="777240" y="493776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크루별로 2분씩 돌려 써 보기. 장비는 사기 전에 자세부터</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실습 · 학교 공간에서 5샷 시퀀스 (20분)</a:t>
            </a:r>
            <a:endParaRPr lang="en-US" sz="3000" dirty="0"/>
          </a:p>
        </p:txBody>
      </p:sp>
      <p:sp>
        <p:nvSpPr>
          <p:cNvPr id="4" name="Text 1"/>
          <p:cNvSpPr txBox="1"/>
          <p:nvPr/>
        </p:nvSpPr>
        <p:spPr>
          <a:xfrm>
            <a:off x="548640" y="1371600"/>
            <a:ext cx="6400800" cy="411480"/>
          </a:xfrm>
          <a:prstGeom prst="rect">
            <a:avLst/>
          </a:prstGeom>
          <a:noFill/>
          <a:ln/>
        </p:spPr>
        <p:txBody>
          <a:bodyPr wrap="square" lIns="0" tIns="0" rIns="0" bIns="0" rtlCol="0" anchor="t"/>
          <a:lstStyle/>
          <a:p>
            <a:pPr indent="0" marL="0">
              <a:buNone/>
            </a:pPr>
            <a:r>
              <a:rPr lang="en-US" sz="1800" b="1" dirty="0">
                <a:solidFill>
                  <a:schemeClr val="tx2"/>
                </a:solidFill>
              </a:rPr>
              <a:t>짝이 행동하고, 나는 찍고 → 바꾸기</a:t>
            </a:r>
            <a:endParaRPr lang="en-US" sz="1800" dirty="0"/>
          </a:p>
        </p:txBody>
      </p:sp>
      <p:sp>
        <p:nvSpPr>
          <p:cNvPr id="5" name="Text 2"/>
          <p:cNvSpPr txBox="1"/>
          <p:nvPr/>
        </p:nvSpPr>
        <p:spPr>
          <a:xfrm>
            <a:off x="548640" y="1874520"/>
            <a:ext cx="6035040" cy="3657600"/>
          </a:xfrm>
          <a:prstGeom prst="rect">
            <a:avLst/>
          </a:prstGeom>
          <a:noFill/>
          <a:ln/>
        </p:spPr>
        <p:txBody>
          <a:bodyPr wrap="square" lIns="0" tIns="0" rIns="0" bIns="0" rtlCol="0" anchor="t"/>
          <a:lstStyle/>
          <a:p>
            <a:pPr indent="0" marL="0">
              <a:spcAft>
                <a:spcPts val="900"/>
              </a:spcAft>
              <a:buNone/>
            </a:pPr>
            <a:r>
              <a:rPr lang="en-US" sz="1600" dirty="0">
                <a:solidFill>
                  <a:schemeClr val="tx1"/>
                </a:solidFill>
              </a:rPr>
              <a:t>□  ① 손 클로즈업</a:t>
            </a:r>
            <a:endParaRPr lang="en-US" sz="1600" dirty="0"/>
          </a:p>
          <a:p>
            <a:pPr indent="0" marL="0">
              <a:spcAft>
                <a:spcPts val="900"/>
              </a:spcAft>
              <a:buNone/>
            </a:pPr>
            <a:r>
              <a:rPr lang="en-US" sz="1600" dirty="0">
                <a:solidFill>
                  <a:schemeClr val="tx1"/>
                </a:solidFill>
              </a:rPr>
              <a:t>□  ② 얼굴 클로즈업</a:t>
            </a:r>
            <a:endParaRPr lang="en-US" sz="1600" dirty="0"/>
          </a:p>
          <a:p>
            <a:pPr indent="0" marL="0">
              <a:spcAft>
                <a:spcPts val="900"/>
              </a:spcAft>
              <a:buNone/>
            </a:pPr>
            <a:r>
              <a:rPr lang="en-US" sz="1600" dirty="0">
                <a:solidFill>
                  <a:schemeClr val="tx1"/>
                </a:solidFill>
              </a:rPr>
              <a:t>□  ③ 와이드</a:t>
            </a:r>
            <a:endParaRPr lang="en-US" sz="1600" dirty="0"/>
          </a:p>
          <a:p>
            <a:pPr indent="0" marL="0">
              <a:spcAft>
                <a:spcPts val="900"/>
              </a:spcAft>
              <a:buNone/>
            </a:pPr>
            <a:r>
              <a:rPr lang="en-US" sz="1600" dirty="0">
                <a:solidFill>
                  <a:schemeClr val="tx1"/>
                </a:solidFill>
              </a:rPr>
              <a:t>□  ④ 어깨너머</a:t>
            </a:r>
            <a:endParaRPr lang="en-US" sz="1600" dirty="0"/>
          </a:p>
          <a:p>
            <a:pPr indent="0" marL="0">
              <a:spcAft>
                <a:spcPts val="900"/>
              </a:spcAft>
              <a:buNone/>
            </a:pPr>
            <a:r>
              <a:rPr lang="en-US" sz="1600" dirty="0">
                <a:solidFill>
                  <a:schemeClr val="tx1"/>
                </a:solidFill>
              </a:rPr>
              <a:t>□  ⑤ 특이한 앵글</a:t>
            </a:r>
            <a:endParaRPr lang="en-US" sz="1600" dirty="0"/>
          </a:p>
          <a:p>
            <a:pPr indent="0" marL="0">
              <a:spcAft>
                <a:spcPts val="900"/>
              </a:spcAft>
              <a:buNone/>
            </a:pPr>
            <a:r>
              <a:rPr lang="en-US" sz="1600" dirty="0">
                <a:solidFill>
                  <a:schemeClr val="tx1"/>
                </a:solidFill>
              </a:rPr>
              <a:t>□  컷마다 7초 이상 · 두 번씩 · 앞뒤 2초</a:t>
            </a:r>
            <a:endParaRPr lang="en-US" sz="1600" dirty="0"/>
          </a:p>
          <a:p>
            <a:pPr indent="0" marL="0">
              <a:spcAft>
                <a:spcPts val="900"/>
              </a:spcAft>
              <a:buNone/>
            </a:pPr>
            <a:r>
              <a:rPr lang="en-US" sz="1600" dirty="0">
                <a:solidFill>
                  <a:schemeClr val="tx1"/>
                </a:solidFill>
              </a:rPr>
              <a:t>□  모든 컷 AE/AF 잠금</a:t>
            </a:r>
            <a:endParaRPr lang="en-US" sz="1600" dirty="0"/>
          </a:p>
        </p:txBody>
      </p:sp>
      <p:sp>
        <p:nvSpPr>
          <p:cNvPr id="6" name="Shape 3"/>
          <p:cNvSpPr/>
          <p:nvPr/>
        </p:nvSpPr>
        <p:spPr>
          <a:xfrm>
            <a:off x="6766560" y="1371600"/>
            <a:ext cx="4846320" cy="2103120"/>
          </a:xfrm>
          <a:prstGeom prst="roundRect">
            <a:avLst>
              <a:gd name="adj" fmla="val 5217"/>
            </a:avLst>
          </a:prstGeom>
          <a:solidFill>
            <a:schemeClr val="bg2"/>
          </a:solidFill>
          <a:ln/>
        </p:spPr>
      </p:sp>
      <p:sp>
        <p:nvSpPr>
          <p:cNvPr id="7" name="Text 4"/>
          <p:cNvSpPr txBox="1"/>
          <p:nvPr/>
        </p:nvSpPr>
        <p:spPr>
          <a:xfrm>
            <a:off x="6995160" y="1508760"/>
            <a:ext cx="4480560" cy="365760"/>
          </a:xfrm>
          <a:prstGeom prst="rect">
            <a:avLst/>
          </a:prstGeom>
          <a:noFill/>
          <a:ln/>
        </p:spPr>
        <p:txBody>
          <a:bodyPr wrap="square" lIns="0" tIns="0" rIns="0" bIns="0" rtlCol="0" anchor="t"/>
          <a:lstStyle/>
          <a:p>
            <a:pPr indent="0" marL="0">
              <a:buNone/>
            </a:pPr>
            <a:r>
              <a:rPr lang="en-US" sz="1500" b="1" dirty="0">
                <a:solidFill>
                  <a:schemeClr val="accent4"/>
                </a:solidFill>
              </a:rPr>
              <a:t>행동 예시 (내 아이템이면 더 좋아요)</a:t>
            </a:r>
            <a:endParaRPr lang="en-US" sz="1500" dirty="0"/>
          </a:p>
        </p:txBody>
      </p:sp>
      <p:sp>
        <p:nvSpPr>
          <p:cNvPr id="8" name="Text 5"/>
          <p:cNvSpPr txBox="1"/>
          <p:nvPr/>
        </p:nvSpPr>
        <p:spPr>
          <a:xfrm>
            <a:off x="6995160" y="1920240"/>
            <a:ext cx="4480560" cy="1371600"/>
          </a:xfrm>
          <a:prstGeom prst="rect">
            <a:avLst/>
          </a:prstGeom>
          <a:noFill/>
          <a:ln/>
        </p:spPr>
        <p:txBody>
          <a:bodyPr wrap="square" lIns="0" tIns="0" rIns="0" bIns="0" rtlCol="0" anchor="t"/>
          <a:lstStyle/>
          <a:p>
            <a:pPr indent="0" marL="0">
              <a:buNone/>
            </a:pPr>
            <a:r>
              <a:rPr lang="en-US" sz="1500" dirty="0">
                <a:solidFill>
                  <a:schemeClr val="tx1"/>
                </a:solidFill>
              </a:rPr>
              <a:t>디저트 포장하기 · 화장품 바르기</a:t>
            </a:r>
            <a:endParaRPr lang="en-US" sz="1500" dirty="0"/>
          </a:p>
          <a:p>
            <a:pPr indent="0" marL="0">
              <a:buNone/>
            </a:pPr>
            <a:r>
              <a:rPr lang="en-US" sz="1500" dirty="0">
                <a:solidFill>
                  <a:schemeClr val="tx1"/>
                </a:solidFill>
              </a:rPr>
              <a:t>노트북으로 작업하기 · 커피 내리기</a:t>
            </a:r>
            <a:endParaRPr lang="en-US" sz="1500" dirty="0"/>
          </a:p>
          <a:p>
            <a:pPr indent="0" marL="0">
              <a:buNone/>
            </a:pPr>
            <a:r>
              <a:rPr lang="en-US" sz="1500" dirty="0">
                <a:solidFill>
                  <a:schemeClr val="tx1"/>
                </a:solidFill>
              </a:rPr>
              <a:t>반려견 사진 넘겨 보기</a:t>
            </a:r>
            <a:endParaRPr lang="en-US" sz="1500" dirty="0"/>
          </a:p>
        </p:txBody>
      </p:sp>
      <p:sp>
        <p:nvSpPr>
          <p:cNvPr id="9" name="Shape 6"/>
          <p:cNvSpPr/>
          <p:nvPr/>
        </p:nvSpPr>
        <p:spPr>
          <a:xfrm>
            <a:off x="6766560" y="3657600"/>
            <a:ext cx="4846320" cy="1783080"/>
          </a:xfrm>
          <a:prstGeom prst="roundRect">
            <a:avLst>
              <a:gd name="adj" fmla="val 6154"/>
            </a:avLst>
          </a:prstGeom>
          <a:solidFill>
            <a:schemeClr val="accent6"/>
          </a:solidFill>
          <a:ln/>
        </p:spPr>
      </p:sp>
      <p:sp>
        <p:nvSpPr>
          <p:cNvPr id="10" name="Text 7"/>
          <p:cNvSpPr txBox="1"/>
          <p:nvPr/>
        </p:nvSpPr>
        <p:spPr>
          <a:xfrm>
            <a:off x="6995160" y="3794760"/>
            <a:ext cx="4480560" cy="365760"/>
          </a:xfrm>
          <a:prstGeom prst="rect">
            <a:avLst/>
          </a:prstGeom>
          <a:noFill/>
          <a:ln/>
        </p:spPr>
        <p:txBody>
          <a:bodyPr wrap="square" lIns="0" tIns="0" rIns="0" bIns="0" rtlCol="0" anchor="t"/>
          <a:lstStyle/>
          <a:p>
            <a:pPr indent="0" marL="0">
              <a:buNone/>
            </a:pPr>
            <a:r>
              <a:rPr lang="en-US" sz="1500" b="1" dirty="0">
                <a:solidFill>
                  <a:schemeClr val="accent3"/>
                </a:solidFill>
              </a:rPr>
              <a:t>크루 기록 담당</a:t>
            </a:r>
            <a:endParaRPr lang="en-US" sz="1500" dirty="0"/>
          </a:p>
        </p:txBody>
      </p:sp>
      <p:sp>
        <p:nvSpPr>
          <p:cNvPr id="11" name="Text 8"/>
          <p:cNvSpPr txBox="1"/>
          <p:nvPr/>
        </p:nvSpPr>
        <p:spPr>
          <a:xfrm>
            <a:off x="6995160" y="4206240"/>
            <a:ext cx="4480560" cy="1005840"/>
          </a:xfrm>
          <a:prstGeom prst="rect">
            <a:avLst/>
          </a:prstGeom>
          <a:noFill/>
          <a:ln/>
        </p:spPr>
        <p:txBody>
          <a:bodyPr wrap="square" lIns="0" tIns="0" rIns="0" bIns="0" rtlCol="0" anchor="t"/>
          <a:lstStyle/>
          <a:p>
            <a:pPr indent="0" marL="0">
              <a:buNone/>
            </a:pPr>
            <a:r>
              <a:rPr lang="en-US" sz="1500" dirty="0">
                <a:solidFill>
                  <a:schemeClr val="tx2"/>
                </a:solidFill>
              </a:rPr>
              <a:t>크루가 촬영하는 모습을 찍어 두기</a:t>
            </a:r>
            <a:endParaRPr lang="en-US" sz="1500" dirty="0"/>
          </a:p>
          <a:p>
            <a:pPr indent="0" marL="0">
              <a:buNone/>
            </a:pPr>
            <a:r>
              <a:rPr lang="en-US" sz="1500" dirty="0">
                <a:solidFill>
                  <a:schemeClr val="tx2"/>
                </a:solidFill>
              </a:rPr>
              <a:t>→ 6회차 우리 반 브이로그 재료</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868680" y="2377440"/>
            <a:ext cx="1463040" cy="1463040"/>
          </a:xfrm>
          <a:prstGeom prst="ellipse">
            <a:avLst/>
          </a:prstGeom>
          <a:solidFill>
            <a:schemeClr val="accent1"/>
          </a:solidFill>
          <a:ln/>
        </p:spPr>
      </p:sp>
      <p:sp>
        <p:nvSpPr>
          <p:cNvPr id="3" name="Text 1"/>
          <p:cNvSpPr txBox="1"/>
          <p:nvPr/>
        </p:nvSpPr>
        <p:spPr>
          <a:xfrm>
            <a:off x="868680" y="2377440"/>
            <a:ext cx="1463040" cy="1463040"/>
          </a:xfrm>
          <a:prstGeom prst="rect">
            <a:avLst/>
          </a:prstGeom>
          <a:noFill/>
          <a:ln/>
        </p:spPr>
        <p:txBody>
          <a:bodyPr wrap="square" lIns="0" tIns="0" rIns="0" bIns="0" rtlCol="0" anchor="ctr"/>
          <a:lstStyle/>
          <a:p>
            <a:pPr algn="ctr" indent="0" marL="0">
              <a:buNone/>
            </a:pPr>
            <a:r>
              <a:rPr lang="en-US" sz="6000" b="1" dirty="0">
                <a:solidFill>
                  <a:schemeClr val="tx2"/>
                </a:solidFill>
              </a:rPr>
              <a:t>7</a:t>
            </a:r>
            <a:endParaRPr lang="en-US" sz="6000" dirty="0"/>
          </a:p>
        </p:txBody>
      </p:sp>
      <p:sp>
        <p:nvSpPr>
          <p:cNvPr id="4" name="Text 2"/>
          <p:cNvSpPr txBox="1"/>
          <p:nvPr/>
        </p:nvSpPr>
        <p:spPr>
          <a:xfrm>
            <a:off x="868680" y="3931920"/>
            <a:ext cx="1463040" cy="365760"/>
          </a:xfrm>
          <a:prstGeom prst="rect">
            <a:avLst/>
          </a:prstGeom>
          <a:noFill/>
          <a:ln/>
        </p:spPr>
        <p:txBody>
          <a:bodyPr wrap="square" lIns="0" tIns="0" rIns="0" bIns="0" rtlCol="0" anchor="t"/>
          <a:lstStyle/>
          <a:p>
            <a:pPr algn="ctr" indent="0" marL="0">
              <a:buNone/>
            </a:pPr>
            <a:r>
              <a:rPr lang="en-US" sz="1600" dirty="0">
                <a:solidFill>
                  <a:schemeClr val="accent6"/>
                </a:solidFill>
              </a:rPr>
              <a:t>교시</a:t>
            </a:r>
            <a:endParaRPr lang="en-US" sz="1600" dirty="0"/>
          </a:p>
        </p:txBody>
      </p:sp>
      <p:sp>
        <p:nvSpPr>
          <p:cNvPr id="5" name="Text 0"/>
          <p:cNvSpPr/>
          <p:nvPr>
            <p:ph idx="100" type="title" hasCustomPrompt="1"/>
          </p:nvPr>
        </p:nvSpPr>
        <p:spPr>
          <a:xfrm>
            <a:off x="2743200" y="2331720"/>
            <a:ext cx="8778240" cy="1188720"/>
          </a:xfrm>
          <a:prstGeom prst="rect">
            <a:avLst/>
          </a:prstGeom>
          <a:noFill/>
          <a:ln/>
        </p:spPr>
        <p:txBody>
          <a:bodyPr wrap="square" lIns="0" tIns="0" rIns="0" bIns="0" rtlCol="0" anchor="b"/>
          <a:lstStyle/>
          <a:p>
            <a:pPr algn="l" indent="0" marL="0">
              <a:buNone/>
            </a:pPr>
            <a:r>
              <a:rPr lang="en-US" sz="4000" b="1" dirty="0">
                <a:solidFill>
                  <a:schemeClr val="bg1"/>
                </a:solidFill>
              </a:rPr>
              <a:t>촬영 리뷰와 공유</a:t>
            </a:r>
            <a:endParaRPr lang="en-US" sz="4000" dirty="0"/>
          </a:p>
        </p:txBody>
      </p:sp>
      <p:sp>
        <p:nvSpPr>
          <p:cNvPr id="6" name="Text 0"/>
          <p:cNvSpPr/>
          <p:nvPr>
            <p:ph idx="101" type="body" hasCustomPrompt="1"/>
          </p:nvPr>
        </p:nvSpPr>
        <p:spPr>
          <a:xfrm>
            <a:off x="2743200" y="3611880"/>
            <a:ext cx="8778240" cy="1097280"/>
          </a:xfrm>
          <a:prstGeom prst="rect">
            <a:avLst/>
          </a:prstGeom>
          <a:noFill/>
          <a:ln/>
        </p:spPr>
        <p:txBody>
          <a:bodyPr wrap="square" lIns="0" tIns="0" rIns="0" bIns="0" rtlCol="0" anchor="t"/>
          <a:lstStyle/>
          <a:p>
            <a:pPr algn="l" indent="0" marL="0">
              <a:buNone/>
            </a:pPr>
            <a:r>
              <a:rPr lang="en-US" sz="1800" dirty="0">
                <a:solidFill>
                  <a:schemeClr val="accent6"/>
                </a:solidFill>
              </a:rPr>
              <a:t>16:40–17:30 · 보고, 고르고, 남기기</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크루 리뷰: 찍고, 보고, 고르기</a:t>
            </a:r>
            <a:endParaRPr lang="en-US" sz="3000" dirty="0"/>
          </a:p>
        </p:txBody>
      </p:sp>
      <p:sp>
        <p:nvSpPr>
          <p:cNvPr id="4" name="Shape 1"/>
          <p:cNvSpPr/>
          <p:nvPr/>
        </p:nvSpPr>
        <p:spPr>
          <a:xfrm>
            <a:off x="548640" y="1417320"/>
            <a:ext cx="11064240" cy="932688"/>
          </a:xfrm>
          <a:prstGeom prst="roundRect">
            <a:avLst>
              <a:gd name="adj" fmla="val 11765"/>
            </a:avLst>
          </a:prstGeom>
          <a:solidFill>
            <a:schemeClr val="bg2"/>
          </a:solidFill>
          <a:ln/>
        </p:spPr>
      </p:sp>
      <p:sp>
        <p:nvSpPr>
          <p:cNvPr id="5" name="Shape 2"/>
          <p:cNvSpPr/>
          <p:nvPr/>
        </p:nvSpPr>
        <p:spPr>
          <a:xfrm>
            <a:off x="731520" y="1600200"/>
            <a:ext cx="566928" cy="566928"/>
          </a:xfrm>
          <a:prstGeom prst="ellipse">
            <a:avLst/>
          </a:prstGeom>
          <a:solidFill>
            <a:schemeClr val="accent4"/>
          </a:solidFill>
          <a:ln/>
        </p:spPr>
      </p:sp>
      <p:sp>
        <p:nvSpPr>
          <p:cNvPr id="6" name="Text 3"/>
          <p:cNvSpPr txBox="1"/>
          <p:nvPr/>
        </p:nvSpPr>
        <p:spPr>
          <a:xfrm>
            <a:off x="731520" y="160020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1527048" y="1545336"/>
            <a:ext cx="9857232" cy="384048"/>
          </a:xfrm>
          <a:prstGeom prst="rect">
            <a:avLst/>
          </a:prstGeom>
          <a:noFill/>
          <a:ln/>
        </p:spPr>
        <p:txBody>
          <a:bodyPr wrap="square" lIns="0" tIns="0" rIns="0" bIns="0" rtlCol="0" anchor="ctr"/>
          <a:lstStyle/>
          <a:p>
            <a:pPr indent="0" marL="0">
              <a:buNone/>
            </a:pPr>
            <a:r>
              <a:rPr lang="en-US" sz="1700" b="1" dirty="0">
                <a:solidFill>
                  <a:schemeClr val="tx2"/>
                </a:solidFill>
              </a:rPr>
              <a:t>드라이브에 올리기</a:t>
            </a:r>
            <a:endParaRPr lang="en-US" sz="1700" dirty="0"/>
          </a:p>
        </p:txBody>
      </p:sp>
      <p:sp>
        <p:nvSpPr>
          <p:cNvPr id="8" name="Text 5"/>
          <p:cNvSpPr txBox="1"/>
          <p:nvPr/>
        </p:nvSpPr>
        <p:spPr>
          <a:xfrm>
            <a:off x="1527048" y="1929384"/>
            <a:ext cx="9857232" cy="329184"/>
          </a:xfrm>
          <a:prstGeom prst="rect">
            <a:avLst/>
          </a:prstGeom>
          <a:noFill/>
          <a:ln/>
        </p:spPr>
        <p:txBody>
          <a:bodyPr wrap="square" lIns="0" tIns="0" rIns="0" bIns="0" rtlCol="0" anchor="t"/>
          <a:lstStyle/>
          <a:p>
            <a:pPr indent="0" marL="0">
              <a:buNone/>
            </a:pPr>
            <a:r>
              <a:rPr lang="en-US" sz="1400" dirty="0">
                <a:solidFill>
                  <a:schemeClr val="tx1"/>
                </a:solidFill>
              </a:rPr>
              <a:t>크루 폴더 → 내 이름 → 1회차</a:t>
            </a:r>
            <a:endParaRPr lang="en-US" sz="1400" dirty="0"/>
          </a:p>
        </p:txBody>
      </p:sp>
      <p:sp>
        <p:nvSpPr>
          <p:cNvPr id="9" name="Shape 6"/>
          <p:cNvSpPr/>
          <p:nvPr/>
        </p:nvSpPr>
        <p:spPr>
          <a:xfrm>
            <a:off x="548640" y="2496312"/>
            <a:ext cx="11064240" cy="932688"/>
          </a:xfrm>
          <a:prstGeom prst="roundRect">
            <a:avLst>
              <a:gd name="adj" fmla="val 11765"/>
            </a:avLst>
          </a:prstGeom>
          <a:solidFill>
            <a:schemeClr val="bg2"/>
          </a:solidFill>
          <a:ln/>
        </p:spPr>
      </p:sp>
      <p:sp>
        <p:nvSpPr>
          <p:cNvPr id="10" name="Shape 7"/>
          <p:cNvSpPr/>
          <p:nvPr/>
        </p:nvSpPr>
        <p:spPr>
          <a:xfrm>
            <a:off x="731520" y="2679192"/>
            <a:ext cx="566928" cy="566928"/>
          </a:xfrm>
          <a:prstGeom prst="ellipse">
            <a:avLst/>
          </a:prstGeom>
          <a:solidFill>
            <a:schemeClr val="accent2"/>
          </a:solidFill>
          <a:ln/>
        </p:spPr>
      </p:sp>
      <p:sp>
        <p:nvSpPr>
          <p:cNvPr id="11" name="Text 8"/>
          <p:cNvSpPr txBox="1"/>
          <p:nvPr/>
        </p:nvSpPr>
        <p:spPr>
          <a:xfrm>
            <a:off x="731520" y="2679192"/>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527048" y="2624328"/>
            <a:ext cx="9857232" cy="384048"/>
          </a:xfrm>
          <a:prstGeom prst="rect">
            <a:avLst/>
          </a:prstGeom>
          <a:noFill/>
          <a:ln/>
        </p:spPr>
        <p:txBody>
          <a:bodyPr wrap="square" lIns="0" tIns="0" rIns="0" bIns="0" rtlCol="0" anchor="ctr"/>
          <a:lstStyle/>
          <a:p>
            <a:pPr indent="0" marL="0">
              <a:buNone/>
            </a:pPr>
            <a:r>
              <a:rPr lang="en-US" sz="1700" b="1" dirty="0">
                <a:solidFill>
                  <a:schemeClr val="tx2"/>
                </a:solidFill>
              </a:rPr>
              <a:t>크루에게 보여 주기</a:t>
            </a:r>
            <a:endParaRPr lang="en-US" sz="1700" dirty="0"/>
          </a:p>
        </p:txBody>
      </p:sp>
      <p:sp>
        <p:nvSpPr>
          <p:cNvPr id="13" name="Text 10"/>
          <p:cNvSpPr txBox="1"/>
          <p:nvPr/>
        </p:nvSpPr>
        <p:spPr>
          <a:xfrm>
            <a:off x="1527048" y="3008376"/>
            <a:ext cx="9857232" cy="329184"/>
          </a:xfrm>
          <a:prstGeom prst="rect">
            <a:avLst/>
          </a:prstGeom>
          <a:noFill/>
          <a:ln/>
        </p:spPr>
        <p:txBody>
          <a:bodyPr wrap="square" lIns="0" tIns="0" rIns="0" bIns="0" rtlCol="0" anchor="t"/>
          <a:lstStyle/>
          <a:p>
            <a:pPr indent="0" marL="0">
              <a:buNone/>
            </a:pPr>
            <a:r>
              <a:rPr lang="en-US" sz="1400" dirty="0">
                <a:solidFill>
                  <a:schemeClr val="tx1"/>
                </a:solidFill>
              </a:rPr>
              <a:t>첫 시청자가 먼저 칭찬 1 + 제안 1</a:t>
            </a:r>
            <a:endParaRPr lang="en-US" sz="1400" dirty="0"/>
          </a:p>
        </p:txBody>
      </p:sp>
      <p:sp>
        <p:nvSpPr>
          <p:cNvPr id="14" name="Shape 11"/>
          <p:cNvSpPr/>
          <p:nvPr/>
        </p:nvSpPr>
        <p:spPr>
          <a:xfrm>
            <a:off x="548640" y="3575304"/>
            <a:ext cx="11064240" cy="932688"/>
          </a:xfrm>
          <a:prstGeom prst="roundRect">
            <a:avLst>
              <a:gd name="adj" fmla="val 11765"/>
            </a:avLst>
          </a:prstGeom>
          <a:solidFill>
            <a:schemeClr val="bg2"/>
          </a:solidFill>
          <a:ln/>
        </p:spPr>
      </p:sp>
      <p:sp>
        <p:nvSpPr>
          <p:cNvPr id="15" name="Shape 12"/>
          <p:cNvSpPr/>
          <p:nvPr/>
        </p:nvSpPr>
        <p:spPr>
          <a:xfrm>
            <a:off x="731520" y="3758184"/>
            <a:ext cx="566928" cy="566928"/>
          </a:xfrm>
          <a:prstGeom prst="ellipse">
            <a:avLst/>
          </a:prstGeom>
          <a:solidFill>
            <a:schemeClr val="accent3"/>
          </a:solidFill>
          <a:ln/>
        </p:spPr>
      </p:sp>
      <p:sp>
        <p:nvSpPr>
          <p:cNvPr id="16" name="Text 13"/>
          <p:cNvSpPr txBox="1"/>
          <p:nvPr/>
        </p:nvSpPr>
        <p:spPr>
          <a:xfrm>
            <a:off x="731520" y="3758184"/>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7" name="Text 14"/>
          <p:cNvSpPr txBox="1"/>
          <p:nvPr/>
        </p:nvSpPr>
        <p:spPr>
          <a:xfrm>
            <a:off x="1527048" y="3703320"/>
            <a:ext cx="9857232" cy="384048"/>
          </a:xfrm>
          <a:prstGeom prst="rect">
            <a:avLst/>
          </a:prstGeom>
          <a:noFill/>
          <a:ln/>
        </p:spPr>
        <p:txBody>
          <a:bodyPr wrap="square" lIns="0" tIns="0" rIns="0" bIns="0" rtlCol="0" anchor="ctr"/>
          <a:lstStyle/>
          <a:p>
            <a:pPr indent="0" marL="0">
              <a:buNone/>
            </a:pPr>
            <a:r>
              <a:rPr lang="en-US" sz="1700" b="1" dirty="0">
                <a:solidFill>
                  <a:schemeClr val="tx2"/>
                </a:solidFill>
              </a:rPr>
              <a:t>체크하기</a:t>
            </a:r>
            <a:endParaRPr lang="en-US" sz="1700" dirty="0"/>
          </a:p>
        </p:txBody>
      </p:sp>
      <p:sp>
        <p:nvSpPr>
          <p:cNvPr id="18" name="Text 15"/>
          <p:cNvSpPr txBox="1"/>
          <p:nvPr/>
        </p:nvSpPr>
        <p:spPr>
          <a:xfrm>
            <a:off x="1527048" y="4087368"/>
            <a:ext cx="9857232" cy="329184"/>
          </a:xfrm>
          <a:prstGeom prst="rect">
            <a:avLst/>
          </a:prstGeom>
          <a:noFill/>
          <a:ln/>
        </p:spPr>
        <p:txBody>
          <a:bodyPr wrap="square" lIns="0" tIns="0" rIns="0" bIns="0" rtlCol="0" anchor="t"/>
          <a:lstStyle/>
          <a:p>
            <a:pPr indent="0" marL="0">
              <a:buNone/>
            </a:pPr>
            <a:r>
              <a:rPr lang="en-US" sz="1400" dirty="0">
                <a:solidFill>
                  <a:schemeClr val="tx1"/>
                </a:solidFill>
              </a:rPr>
              <a:t>세로 · 흔들림 · 밝기 출렁임 · 초점 · 소리</a:t>
            </a:r>
            <a:endParaRPr lang="en-US" sz="1400" dirty="0"/>
          </a:p>
        </p:txBody>
      </p:sp>
      <p:sp>
        <p:nvSpPr>
          <p:cNvPr id="19" name="Shape 16"/>
          <p:cNvSpPr/>
          <p:nvPr/>
        </p:nvSpPr>
        <p:spPr>
          <a:xfrm>
            <a:off x="548640" y="4654296"/>
            <a:ext cx="11064240" cy="932688"/>
          </a:xfrm>
          <a:prstGeom prst="roundRect">
            <a:avLst>
              <a:gd name="adj" fmla="val 11765"/>
            </a:avLst>
          </a:prstGeom>
          <a:solidFill>
            <a:schemeClr val="bg2"/>
          </a:solidFill>
          <a:ln/>
        </p:spPr>
      </p:sp>
      <p:sp>
        <p:nvSpPr>
          <p:cNvPr id="20" name="Shape 17"/>
          <p:cNvSpPr/>
          <p:nvPr/>
        </p:nvSpPr>
        <p:spPr>
          <a:xfrm>
            <a:off x="731520" y="4837176"/>
            <a:ext cx="566928" cy="566928"/>
          </a:xfrm>
          <a:prstGeom prst="ellipse">
            <a:avLst/>
          </a:prstGeom>
          <a:solidFill>
            <a:schemeClr val="accent1"/>
          </a:solidFill>
          <a:ln/>
        </p:spPr>
      </p:sp>
      <p:sp>
        <p:nvSpPr>
          <p:cNvPr id="21" name="Text 18"/>
          <p:cNvSpPr txBox="1"/>
          <p:nvPr/>
        </p:nvSpPr>
        <p:spPr>
          <a:xfrm>
            <a:off x="731520" y="483717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2" name="Text 19"/>
          <p:cNvSpPr txBox="1"/>
          <p:nvPr/>
        </p:nvSpPr>
        <p:spPr>
          <a:xfrm>
            <a:off x="1527048" y="4782312"/>
            <a:ext cx="9857232" cy="384048"/>
          </a:xfrm>
          <a:prstGeom prst="rect">
            <a:avLst/>
          </a:prstGeom>
          <a:noFill/>
          <a:ln/>
        </p:spPr>
        <p:txBody>
          <a:bodyPr wrap="square" lIns="0" tIns="0" rIns="0" bIns="0" rtlCol="0" anchor="ctr"/>
          <a:lstStyle/>
          <a:p>
            <a:pPr indent="0" marL="0">
              <a:buNone/>
            </a:pPr>
            <a:r>
              <a:rPr lang="en-US" sz="1700" b="1" dirty="0">
                <a:solidFill>
                  <a:schemeClr val="tx2"/>
                </a:solidFill>
              </a:rPr>
              <a:t>크루 베스트 컷 고르기</a:t>
            </a:r>
            <a:endParaRPr lang="en-US" sz="1700" dirty="0"/>
          </a:p>
        </p:txBody>
      </p:sp>
      <p:sp>
        <p:nvSpPr>
          <p:cNvPr id="23" name="Text 20"/>
          <p:cNvSpPr txBox="1"/>
          <p:nvPr/>
        </p:nvSpPr>
        <p:spPr>
          <a:xfrm>
            <a:off x="1527048" y="5166360"/>
            <a:ext cx="9857232" cy="329184"/>
          </a:xfrm>
          <a:prstGeom prst="rect">
            <a:avLst/>
          </a:prstGeom>
          <a:noFill/>
          <a:ln/>
        </p:spPr>
        <p:txBody>
          <a:bodyPr wrap="square" lIns="0" tIns="0" rIns="0" bIns="0" rtlCol="0" anchor="t"/>
          <a:lstStyle/>
          <a:p>
            <a:pPr indent="0" marL="0">
              <a:buNone/>
            </a:pPr>
            <a:r>
              <a:rPr lang="en-US" sz="1400" dirty="0">
                <a:solidFill>
                  <a:schemeClr val="tx1"/>
                </a:solidFill>
              </a:rPr>
              <a:t>2회차 첫 업로드 재료 + 크루 이름 정하기</a:t>
            </a:r>
            <a:endParaRPr lang="en-US" sz="1400" dirty="0"/>
          </a:p>
        </p:txBody>
      </p:sp>
      <p:sp>
        <p:nvSpPr>
          <p:cNvPr id="24" name="Text 21"/>
          <p:cNvSpPr txBox="1"/>
          <p:nvPr/>
        </p:nvSpPr>
        <p:spPr>
          <a:xfrm>
            <a:off x="548640" y="5760720"/>
            <a:ext cx="11064240" cy="320040"/>
          </a:xfrm>
          <a:prstGeom prst="rect">
            <a:avLst/>
          </a:prstGeom>
          <a:noFill/>
          <a:ln/>
        </p:spPr>
        <p:txBody>
          <a:bodyPr wrap="square" lIns="0" tIns="0" rIns="0" bIns="0" rtlCol="0" anchor="t"/>
          <a:lstStyle/>
          <a:p>
            <a:pPr indent="0" marL="0">
              <a:buNone/>
            </a:pPr>
            <a:r>
              <a:rPr lang="en-US" sz="1400" dirty="0">
                <a:solidFill>
                  <a:schemeClr val="accent5"/>
                </a:solidFill>
              </a:rPr>
              <a:t>편집은 3회차부터. 오늘은 보고 고르는 눈을 기르는 날</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오늘 배운 다섯 가지</a:t>
            </a:r>
            <a:endParaRPr lang="en-US" sz="3000" dirty="0"/>
          </a:p>
        </p:txBody>
      </p:sp>
      <p:sp>
        <p:nvSpPr>
          <p:cNvPr id="4" name="Shape 1"/>
          <p:cNvSpPr/>
          <p:nvPr/>
        </p:nvSpPr>
        <p:spPr>
          <a:xfrm>
            <a:off x="548640" y="1371600"/>
            <a:ext cx="11064240" cy="786384"/>
          </a:xfrm>
          <a:prstGeom prst="roundRect">
            <a:avLst>
              <a:gd name="adj" fmla="val 13953"/>
            </a:avLst>
          </a:prstGeom>
          <a:solidFill>
            <a:schemeClr val="bg2"/>
          </a:solidFill>
          <a:ln/>
        </p:spPr>
      </p:sp>
      <p:sp>
        <p:nvSpPr>
          <p:cNvPr id="5" name="Shape 2"/>
          <p:cNvSpPr/>
          <p:nvPr/>
        </p:nvSpPr>
        <p:spPr>
          <a:xfrm>
            <a:off x="731520" y="1508760"/>
            <a:ext cx="512064" cy="512064"/>
          </a:xfrm>
          <a:prstGeom prst="ellipse">
            <a:avLst/>
          </a:prstGeom>
          <a:solidFill>
            <a:schemeClr val="accent2"/>
          </a:solidFill>
          <a:ln/>
        </p:spPr>
      </p:sp>
      <p:sp>
        <p:nvSpPr>
          <p:cNvPr id="6" name="Text 3"/>
          <p:cNvSpPr txBox="1"/>
          <p:nvPr/>
        </p:nvSpPr>
        <p:spPr>
          <a:xfrm>
            <a:off x="731520" y="1508760"/>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1472184" y="1499616"/>
            <a:ext cx="9912096" cy="384048"/>
          </a:xfrm>
          <a:prstGeom prst="rect">
            <a:avLst/>
          </a:prstGeom>
          <a:noFill/>
          <a:ln/>
        </p:spPr>
        <p:txBody>
          <a:bodyPr wrap="square" lIns="0" tIns="0" rIns="0" bIns="0" rtlCol="0" anchor="ctr"/>
          <a:lstStyle/>
          <a:p>
            <a:pPr indent="0" marL="0">
              <a:buNone/>
            </a:pPr>
            <a:r>
              <a:rPr lang="en-US" sz="1700" b="1" dirty="0">
                <a:solidFill>
                  <a:schemeClr val="tx2"/>
                </a:solidFill>
              </a:rPr>
              <a:t>프로의 공정</a:t>
            </a:r>
            <a:endParaRPr lang="en-US" sz="1700" dirty="0"/>
          </a:p>
        </p:txBody>
      </p:sp>
      <p:sp>
        <p:nvSpPr>
          <p:cNvPr id="8" name="Text 5"/>
          <p:cNvSpPr txBox="1"/>
          <p:nvPr/>
        </p:nvSpPr>
        <p:spPr>
          <a:xfrm>
            <a:off x="4023360" y="1371600"/>
            <a:ext cx="7406640" cy="786384"/>
          </a:xfrm>
          <a:prstGeom prst="rect">
            <a:avLst/>
          </a:prstGeom>
          <a:noFill/>
          <a:ln/>
        </p:spPr>
        <p:txBody>
          <a:bodyPr wrap="square" lIns="0" tIns="0" rIns="0" bIns="0" rtlCol="0" anchor="ctr"/>
          <a:lstStyle/>
          <a:p>
            <a:pPr indent="0" marL="0">
              <a:buNone/>
            </a:pPr>
            <a:r>
              <a:rPr lang="en-US" sz="1500" dirty="0">
                <a:solidFill>
                  <a:schemeClr val="tx1"/>
                </a:solidFill>
              </a:rPr>
              <a:t>기획 → 프리프로덕션 → 촬영 → 편집 → 마스터링 → 발행 → 분석</a:t>
            </a:r>
            <a:endParaRPr lang="en-US" sz="1500" dirty="0"/>
          </a:p>
        </p:txBody>
      </p:sp>
      <p:sp>
        <p:nvSpPr>
          <p:cNvPr id="9" name="Shape 6"/>
          <p:cNvSpPr/>
          <p:nvPr/>
        </p:nvSpPr>
        <p:spPr>
          <a:xfrm>
            <a:off x="548640" y="2267712"/>
            <a:ext cx="11064240" cy="786384"/>
          </a:xfrm>
          <a:prstGeom prst="roundRect">
            <a:avLst>
              <a:gd name="adj" fmla="val 13953"/>
            </a:avLst>
          </a:prstGeom>
          <a:solidFill>
            <a:schemeClr val="bg2"/>
          </a:solidFill>
          <a:ln/>
        </p:spPr>
      </p:sp>
      <p:sp>
        <p:nvSpPr>
          <p:cNvPr id="10" name="Shape 7"/>
          <p:cNvSpPr/>
          <p:nvPr/>
        </p:nvSpPr>
        <p:spPr>
          <a:xfrm>
            <a:off x="731520" y="2404872"/>
            <a:ext cx="512064" cy="512064"/>
          </a:xfrm>
          <a:prstGeom prst="ellipse">
            <a:avLst/>
          </a:prstGeom>
          <a:solidFill>
            <a:schemeClr val="accent4"/>
          </a:solidFill>
          <a:ln/>
        </p:spPr>
      </p:sp>
      <p:sp>
        <p:nvSpPr>
          <p:cNvPr id="11" name="Text 8"/>
          <p:cNvSpPr txBox="1"/>
          <p:nvPr/>
        </p:nvSpPr>
        <p:spPr>
          <a:xfrm>
            <a:off x="731520" y="2404872"/>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472184" y="2395728"/>
            <a:ext cx="9912096" cy="384048"/>
          </a:xfrm>
          <a:prstGeom prst="rect">
            <a:avLst/>
          </a:prstGeom>
          <a:noFill/>
          <a:ln/>
        </p:spPr>
        <p:txBody>
          <a:bodyPr wrap="square" lIns="0" tIns="0" rIns="0" bIns="0" rtlCol="0" anchor="ctr"/>
          <a:lstStyle/>
          <a:p>
            <a:pPr indent="0" marL="0">
              <a:buNone/>
            </a:pPr>
            <a:r>
              <a:rPr lang="en-US" sz="1700" b="1" dirty="0">
                <a:solidFill>
                  <a:schemeClr val="tx2"/>
                </a:solidFill>
              </a:rPr>
              <a:t>노출과 색</a:t>
            </a:r>
            <a:endParaRPr lang="en-US" sz="1700" dirty="0"/>
          </a:p>
        </p:txBody>
      </p:sp>
      <p:sp>
        <p:nvSpPr>
          <p:cNvPr id="13" name="Text 10"/>
          <p:cNvSpPr txBox="1"/>
          <p:nvPr/>
        </p:nvSpPr>
        <p:spPr>
          <a:xfrm>
            <a:off x="4023360" y="2267712"/>
            <a:ext cx="7406640" cy="786384"/>
          </a:xfrm>
          <a:prstGeom prst="rect">
            <a:avLst/>
          </a:prstGeom>
          <a:noFill/>
          <a:ln/>
        </p:spPr>
        <p:txBody>
          <a:bodyPr wrap="square" lIns="0" tIns="0" rIns="0" bIns="0" rtlCol="0" anchor="ctr"/>
          <a:lstStyle/>
          <a:p>
            <a:pPr indent="0" marL="0">
              <a:buNone/>
            </a:pPr>
            <a:r>
              <a:rPr lang="en-US" sz="1500" dirty="0">
                <a:solidFill>
                  <a:schemeClr val="tx1"/>
                </a:solidFill>
              </a:rPr>
              <a:t>조리개 · 셔터 · ISO + 화이트밸런스. 조리개는 숫자가 작을수록 밝다</a:t>
            </a:r>
            <a:endParaRPr lang="en-US" sz="1500" dirty="0"/>
          </a:p>
        </p:txBody>
      </p:sp>
      <p:sp>
        <p:nvSpPr>
          <p:cNvPr id="14" name="Shape 11"/>
          <p:cNvSpPr/>
          <p:nvPr/>
        </p:nvSpPr>
        <p:spPr>
          <a:xfrm>
            <a:off x="548640" y="3163824"/>
            <a:ext cx="11064240" cy="786384"/>
          </a:xfrm>
          <a:prstGeom prst="roundRect">
            <a:avLst>
              <a:gd name="adj" fmla="val 13953"/>
            </a:avLst>
          </a:prstGeom>
          <a:solidFill>
            <a:schemeClr val="bg2"/>
          </a:solidFill>
          <a:ln/>
        </p:spPr>
      </p:sp>
      <p:sp>
        <p:nvSpPr>
          <p:cNvPr id="15" name="Shape 12"/>
          <p:cNvSpPr/>
          <p:nvPr/>
        </p:nvSpPr>
        <p:spPr>
          <a:xfrm>
            <a:off x="731520" y="3300984"/>
            <a:ext cx="512064" cy="512064"/>
          </a:xfrm>
          <a:prstGeom prst="ellipse">
            <a:avLst/>
          </a:prstGeom>
          <a:solidFill>
            <a:schemeClr val="accent3"/>
          </a:solidFill>
          <a:ln/>
        </p:spPr>
      </p:sp>
      <p:sp>
        <p:nvSpPr>
          <p:cNvPr id="16" name="Text 13"/>
          <p:cNvSpPr txBox="1"/>
          <p:nvPr/>
        </p:nvSpPr>
        <p:spPr>
          <a:xfrm>
            <a:off x="731520" y="3300984"/>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7" name="Text 14"/>
          <p:cNvSpPr txBox="1"/>
          <p:nvPr/>
        </p:nvSpPr>
        <p:spPr>
          <a:xfrm>
            <a:off x="1472184" y="3291840"/>
            <a:ext cx="9912096" cy="384048"/>
          </a:xfrm>
          <a:prstGeom prst="rect">
            <a:avLst/>
          </a:prstGeom>
          <a:noFill/>
          <a:ln/>
        </p:spPr>
        <p:txBody>
          <a:bodyPr wrap="square" lIns="0" tIns="0" rIns="0" bIns="0" rtlCol="0" anchor="ctr"/>
          <a:lstStyle/>
          <a:p>
            <a:pPr indent="0" marL="0">
              <a:buNone/>
            </a:pPr>
            <a:r>
              <a:rPr lang="en-US" sz="1700" b="1" dirty="0">
                <a:solidFill>
                  <a:schemeClr val="tx2"/>
                </a:solidFill>
              </a:rPr>
              <a:t>영상 세팅</a:t>
            </a:r>
            <a:endParaRPr lang="en-US" sz="1700" dirty="0"/>
          </a:p>
        </p:txBody>
      </p:sp>
      <p:sp>
        <p:nvSpPr>
          <p:cNvPr id="18" name="Text 15"/>
          <p:cNvSpPr txBox="1"/>
          <p:nvPr/>
        </p:nvSpPr>
        <p:spPr>
          <a:xfrm>
            <a:off x="4023360" y="3163824"/>
            <a:ext cx="7406640" cy="786384"/>
          </a:xfrm>
          <a:prstGeom prst="rect">
            <a:avLst/>
          </a:prstGeom>
          <a:noFill/>
          <a:ln/>
        </p:spPr>
        <p:txBody>
          <a:bodyPr wrap="square" lIns="0" tIns="0" rIns="0" bIns="0" rtlCol="0" anchor="ctr"/>
          <a:lstStyle/>
          <a:p>
            <a:pPr indent="0" marL="0">
              <a:buNone/>
            </a:pPr>
            <a:r>
              <a:rPr lang="en-US" sz="1500" dirty="0">
                <a:solidFill>
                  <a:schemeClr val="tx1"/>
                </a:solidFill>
              </a:rPr>
              <a:t>1080p 30fps · 셔터 2배 · HDR과 HEVC 끄기 · AE/AF 잠금</a:t>
            </a:r>
            <a:endParaRPr lang="en-US" sz="1500" dirty="0"/>
          </a:p>
        </p:txBody>
      </p:sp>
      <p:sp>
        <p:nvSpPr>
          <p:cNvPr id="19" name="Shape 16"/>
          <p:cNvSpPr/>
          <p:nvPr/>
        </p:nvSpPr>
        <p:spPr>
          <a:xfrm>
            <a:off x="548640" y="4059936"/>
            <a:ext cx="11064240" cy="786384"/>
          </a:xfrm>
          <a:prstGeom prst="roundRect">
            <a:avLst>
              <a:gd name="adj" fmla="val 13953"/>
            </a:avLst>
          </a:prstGeom>
          <a:solidFill>
            <a:schemeClr val="bg2"/>
          </a:solidFill>
          <a:ln/>
        </p:spPr>
      </p:sp>
      <p:sp>
        <p:nvSpPr>
          <p:cNvPr id="20" name="Shape 17"/>
          <p:cNvSpPr/>
          <p:nvPr/>
        </p:nvSpPr>
        <p:spPr>
          <a:xfrm>
            <a:off x="731520" y="4197096"/>
            <a:ext cx="512064" cy="512064"/>
          </a:xfrm>
          <a:prstGeom prst="ellipse">
            <a:avLst/>
          </a:prstGeom>
          <a:solidFill>
            <a:schemeClr val="accent1"/>
          </a:solidFill>
          <a:ln/>
        </p:spPr>
      </p:sp>
      <p:sp>
        <p:nvSpPr>
          <p:cNvPr id="21" name="Text 18"/>
          <p:cNvSpPr txBox="1"/>
          <p:nvPr/>
        </p:nvSpPr>
        <p:spPr>
          <a:xfrm>
            <a:off x="731520" y="4197096"/>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2" name="Text 19"/>
          <p:cNvSpPr txBox="1"/>
          <p:nvPr/>
        </p:nvSpPr>
        <p:spPr>
          <a:xfrm>
            <a:off x="1472184" y="4187952"/>
            <a:ext cx="9912096" cy="384048"/>
          </a:xfrm>
          <a:prstGeom prst="rect">
            <a:avLst/>
          </a:prstGeom>
          <a:noFill/>
          <a:ln/>
        </p:spPr>
        <p:txBody>
          <a:bodyPr wrap="square" lIns="0" tIns="0" rIns="0" bIns="0" rtlCol="0" anchor="ctr"/>
          <a:lstStyle/>
          <a:p>
            <a:pPr indent="0" marL="0">
              <a:buNone/>
            </a:pPr>
            <a:r>
              <a:rPr lang="en-US" sz="1700" b="1" dirty="0">
                <a:solidFill>
                  <a:schemeClr val="tx2"/>
                </a:solidFill>
              </a:rPr>
              <a:t>화면의 언어</a:t>
            </a:r>
            <a:endParaRPr lang="en-US" sz="1700" dirty="0"/>
          </a:p>
        </p:txBody>
      </p:sp>
      <p:sp>
        <p:nvSpPr>
          <p:cNvPr id="23" name="Text 20"/>
          <p:cNvSpPr txBox="1"/>
          <p:nvPr/>
        </p:nvSpPr>
        <p:spPr>
          <a:xfrm>
            <a:off x="4023360" y="4059936"/>
            <a:ext cx="7406640" cy="786384"/>
          </a:xfrm>
          <a:prstGeom prst="rect">
            <a:avLst/>
          </a:prstGeom>
          <a:noFill/>
          <a:ln/>
        </p:spPr>
        <p:txBody>
          <a:bodyPr wrap="square" lIns="0" tIns="0" rIns="0" bIns="0" rtlCol="0" anchor="ctr"/>
          <a:lstStyle/>
          <a:p>
            <a:pPr indent="0" marL="0">
              <a:buNone/>
            </a:pPr>
            <a:r>
              <a:rPr lang="en-US" sz="1500" dirty="0">
                <a:solidFill>
                  <a:schemeClr val="tx1"/>
                </a:solidFill>
              </a:rPr>
              <a:t>샷 크기 · 앵글 · 구도 · 빛. 영어 이름은 4회차 AI 프롬프트가 된다</a:t>
            </a:r>
            <a:endParaRPr lang="en-US" sz="1500" dirty="0"/>
          </a:p>
        </p:txBody>
      </p:sp>
      <p:sp>
        <p:nvSpPr>
          <p:cNvPr id="24" name="Shape 21"/>
          <p:cNvSpPr/>
          <p:nvPr/>
        </p:nvSpPr>
        <p:spPr>
          <a:xfrm>
            <a:off x="548640" y="4956048"/>
            <a:ext cx="11064240" cy="786384"/>
          </a:xfrm>
          <a:prstGeom prst="roundRect">
            <a:avLst>
              <a:gd name="adj" fmla="val 13953"/>
            </a:avLst>
          </a:prstGeom>
          <a:solidFill>
            <a:schemeClr val="bg2"/>
          </a:solidFill>
          <a:ln/>
        </p:spPr>
      </p:sp>
      <p:sp>
        <p:nvSpPr>
          <p:cNvPr id="25" name="Shape 22"/>
          <p:cNvSpPr/>
          <p:nvPr/>
        </p:nvSpPr>
        <p:spPr>
          <a:xfrm>
            <a:off x="731520" y="5093208"/>
            <a:ext cx="512064" cy="512064"/>
          </a:xfrm>
          <a:prstGeom prst="ellipse">
            <a:avLst/>
          </a:prstGeom>
          <a:solidFill>
            <a:schemeClr val="tx2"/>
          </a:solidFill>
          <a:ln/>
        </p:spPr>
      </p:sp>
      <p:sp>
        <p:nvSpPr>
          <p:cNvPr id="26" name="Text 23"/>
          <p:cNvSpPr txBox="1"/>
          <p:nvPr/>
        </p:nvSpPr>
        <p:spPr>
          <a:xfrm>
            <a:off x="731520" y="5093208"/>
            <a:ext cx="512064" cy="512064"/>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7" name="Text 24"/>
          <p:cNvSpPr txBox="1"/>
          <p:nvPr/>
        </p:nvSpPr>
        <p:spPr>
          <a:xfrm>
            <a:off x="1472184" y="5084064"/>
            <a:ext cx="9912096" cy="384048"/>
          </a:xfrm>
          <a:prstGeom prst="rect">
            <a:avLst/>
          </a:prstGeom>
          <a:noFill/>
          <a:ln/>
        </p:spPr>
        <p:txBody>
          <a:bodyPr wrap="square" lIns="0" tIns="0" rIns="0" bIns="0" rtlCol="0" anchor="ctr"/>
          <a:lstStyle/>
          <a:p>
            <a:pPr indent="0" marL="0">
              <a:buNone/>
            </a:pPr>
            <a:r>
              <a:rPr lang="en-US" sz="1700" b="1" dirty="0">
                <a:solidFill>
                  <a:schemeClr val="tx2"/>
                </a:solidFill>
              </a:rPr>
              <a:t>컷과 소리</a:t>
            </a:r>
            <a:endParaRPr lang="en-US" sz="1700" dirty="0"/>
          </a:p>
        </p:txBody>
      </p:sp>
      <p:sp>
        <p:nvSpPr>
          <p:cNvPr id="28" name="Text 25"/>
          <p:cNvSpPr txBox="1"/>
          <p:nvPr/>
        </p:nvSpPr>
        <p:spPr>
          <a:xfrm>
            <a:off x="4023360" y="4956048"/>
            <a:ext cx="7406640" cy="786384"/>
          </a:xfrm>
          <a:prstGeom prst="rect">
            <a:avLst/>
          </a:prstGeom>
          <a:noFill/>
          <a:ln/>
        </p:spPr>
        <p:txBody>
          <a:bodyPr wrap="square" lIns="0" tIns="0" rIns="0" bIns="0" rtlCol="0" anchor="ctr"/>
          <a:lstStyle/>
          <a:p>
            <a:pPr indent="0" marL="0">
              <a:buNone/>
            </a:pPr>
            <a:r>
              <a:rPr lang="en-US" sz="1500" dirty="0">
                <a:solidFill>
                  <a:schemeClr val="tx1"/>
                </a:solidFill>
              </a:rPr>
              <a:t>5샷 시퀀스 · 180도 · 30도 · B롤 · 한 뼘 거리 · 룸톤</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다음 시간까지 · 10/30 (금)</a:t>
            </a:r>
            <a:endParaRPr lang="en-US" sz="3000" dirty="0"/>
          </a:p>
        </p:txBody>
      </p:sp>
      <p:sp>
        <p:nvSpPr>
          <p:cNvPr id="4" name="Shape 1"/>
          <p:cNvSpPr/>
          <p:nvPr/>
        </p:nvSpPr>
        <p:spPr>
          <a:xfrm>
            <a:off x="548640" y="1463040"/>
            <a:ext cx="3566160" cy="3017520"/>
          </a:xfrm>
          <a:prstGeom prst="roundRect">
            <a:avLst>
              <a:gd name="adj" fmla="val 3636"/>
            </a:avLst>
          </a:prstGeom>
          <a:solidFill>
            <a:schemeClr val="bg2"/>
          </a:solidFill>
          <a:ln/>
        </p:spPr>
      </p:sp>
      <p:sp>
        <p:nvSpPr>
          <p:cNvPr id="5" name="Shape 2"/>
          <p:cNvSpPr/>
          <p:nvPr/>
        </p:nvSpPr>
        <p:spPr>
          <a:xfrm>
            <a:off x="777240" y="1691640"/>
            <a:ext cx="566928" cy="566928"/>
          </a:xfrm>
          <a:prstGeom prst="ellipse">
            <a:avLst/>
          </a:prstGeom>
          <a:solidFill>
            <a:schemeClr val="accent3"/>
          </a:solidFill>
          <a:ln/>
        </p:spPr>
      </p:sp>
      <p:pic>
        <p:nvPicPr>
          <p:cNvPr id="6" name="Image 0" descr="FaBookmark">    </p:cNvPr>
          <p:cNvPicPr>
            <a:picLocks noChangeAspect="1"/>
          </p:cNvPicPr>
          <p:nvPr/>
        </p:nvPicPr>
        <p:blipFill>
          <a:blip r:embed="rId1"/>
          <a:stretch>
            <a:fillRect/>
          </a:stretch>
        </p:blipFill>
        <p:spPr>
          <a:xfrm>
            <a:off x="930311" y="1844711"/>
            <a:ext cx="260787" cy="260787"/>
          </a:xfrm>
          <a:prstGeom prst="rect">
            <a:avLst/>
          </a:prstGeom>
        </p:spPr>
      </p:pic>
      <p:sp>
        <p:nvSpPr>
          <p:cNvPr id="7" name="Text 3"/>
          <p:cNvSpPr txBox="1"/>
          <p:nvPr/>
        </p:nvSpPr>
        <p:spPr>
          <a:xfrm>
            <a:off x="777240" y="2395728"/>
            <a:ext cx="3108960" cy="411480"/>
          </a:xfrm>
          <a:prstGeom prst="rect">
            <a:avLst/>
          </a:prstGeom>
          <a:noFill/>
          <a:ln/>
        </p:spPr>
        <p:txBody>
          <a:bodyPr wrap="square" lIns="0" tIns="0" rIns="0" bIns="0" rtlCol="0" anchor="t"/>
          <a:lstStyle/>
          <a:p>
            <a:pPr indent="0" marL="0">
              <a:buNone/>
            </a:pPr>
            <a:r>
              <a:rPr lang="en-US" sz="1900" b="1" dirty="0">
                <a:solidFill>
                  <a:schemeClr val="tx2"/>
                </a:solidFill>
              </a:rPr>
              <a:t>콘텐츠 10편 저장</a:t>
            </a:r>
            <a:endParaRPr lang="en-US" sz="1900" dirty="0"/>
          </a:p>
        </p:txBody>
      </p:sp>
      <p:sp>
        <p:nvSpPr>
          <p:cNvPr id="8" name="Text 4"/>
          <p:cNvSpPr txBox="1"/>
          <p:nvPr/>
        </p:nvSpPr>
        <p:spPr>
          <a:xfrm>
            <a:off x="777240" y="2825496"/>
            <a:ext cx="3108960" cy="1472184"/>
          </a:xfrm>
          <a:prstGeom prst="rect">
            <a:avLst/>
          </a:prstGeom>
          <a:noFill/>
          <a:ln/>
        </p:spPr>
        <p:txBody>
          <a:bodyPr wrap="square" lIns="0" tIns="0" rIns="0" bIns="0" rtlCol="0" anchor="t"/>
          <a:lstStyle/>
          <a:p>
            <a:pPr indent="0" marL="0">
              <a:buNone/>
            </a:pPr>
            <a:r>
              <a:rPr lang="en-US" sz="1500" dirty="0">
                <a:solidFill>
                  <a:schemeClr val="tx1"/>
                </a:solidFill>
              </a:rPr>
              <a:t>인스타 · 유튜브 · 틱톡 어디든</a:t>
            </a:r>
            <a:endParaRPr lang="en-US" sz="1500" dirty="0"/>
          </a:p>
          <a:p>
            <a:pPr indent="0" marL="0">
              <a:buNone/>
            </a:pPr>
            <a:r>
              <a:rPr lang="en-US" sz="1500" dirty="0">
                <a:solidFill>
                  <a:schemeClr val="tx1"/>
                </a:solidFill>
              </a:rPr>
              <a:t>왜 좋은지 한 줄씩</a:t>
            </a:r>
            <a:endParaRPr lang="en-US" sz="1500" dirty="0"/>
          </a:p>
        </p:txBody>
      </p:sp>
      <p:sp>
        <p:nvSpPr>
          <p:cNvPr id="9" name="Shape 5"/>
          <p:cNvSpPr/>
          <p:nvPr/>
        </p:nvSpPr>
        <p:spPr>
          <a:xfrm>
            <a:off x="4297680" y="1463040"/>
            <a:ext cx="3566160" cy="3017520"/>
          </a:xfrm>
          <a:prstGeom prst="roundRect">
            <a:avLst>
              <a:gd name="adj" fmla="val 3636"/>
            </a:avLst>
          </a:prstGeom>
          <a:solidFill>
            <a:schemeClr val="bg2"/>
          </a:solidFill>
          <a:ln/>
        </p:spPr>
      </p:sp>
      <p:sp>
        <p:nvSpPr>
          <p:cNvPr id="10" name="Shape 6"/>
          <p:cNvSpPr/>
          <p:nvPr/>
        </p:nvSpPr>
        <p:spPr>
          <a:xfrm>
            <a:off x="4526280" y="1691640"/>
            <a:ext cx="566928" cy="566928"/>
          </a:xfrm>
          <a:prstGeom prst="ellipse">
            <a:avLst/>
          </a:prstGeom>
          <a:solidFill>
            <a:schemeClr val="accent2"/>
          </a:solidFill>
          <a:ln/>
        </p:spPr>
      </p:sp>
      <p:pic>
        <p:nvPicPr>
          <p:cNvPr id="11" name="Image 1" descr="FaPen">    </p:cNvPr>
          <p:cNvPicPr>
            <a:picLocks noChangeAspect="1"/>
          </p:cNvPicPr>
          <p:nvPr/>
        </p:nvPicPr>
        <p:blipFill>
          <a:blip r:embed="rId2"/>
          <a:stretch>
            <a:fillRect/>
          </a:stretch>
        </p:blipFill>
        <p:spPr>
          <a:xfrm>
            <a:off x="4679351" y="1844711"/>
            <a:ext cx="260787" cy="260787"/>
          </a:xfrm>
          <a:prstGeom prst="rect">
            <a:avLst/>
          </a:prstGeom>
        </p:spPr>
      </p:pic>
      <p:sp>
        <p:nvSpPr>
          <p:cNvPr id="12" name="Text 7"/>
          <p:cNvSpPr txBox="1"/>
          <p:nvPr/>
        </p:nvSpPr>
        <p:spPr>
          <a:xfrm>
            <a:off x="4526280" y="2395728"/>
            <a:ext cx="3108960" cy="411480"/>
          </a:xfrm>
          <a:prstGeom prst="rect">
            <a:avLst/>
          </a:prstGeom>
          <a:noFill/>
          <a:ln/>
        </p:spPr>
        <p:txBody>
          <a:bodyPr wrap="square" lIns="0" tIns="0" rIns="0" bIns="0" rtlCol="0" anchor="t"/>
          <a:lstStyle/>
          <a:p>
            <a:pPr indent="0" marL="0">
              <a:buNone/>
            </a:pPr>
            <a:r>
              <a:rPr lang="en-US" sz="1900" b="1" dirty="0">
                <a:solidFill>
                  <a:schemeClr val="tx2"/>
                </a:solidFill>
              </a:rPr>
              <a:t>만들고 싶은 채널 한 줄</a:t>
            </a:r>
            <a:endParaRPr lang="en-US" sz="1900" dirty="0"/>
          </a:p>
        </p:txBody>
      </p:sp>
      <p:sp>
        <p:nvSpPr>
          <p:cNvPr id="13" name="Text 8"/>
          <p:cNvSpPr txBox="1"/>
          <p:nvPr/>
        </p:nvSpPr>
        <p:spPr>
          <a:xfrm>
            <a:off x="4526280" y="2825496"/>
            <a:ext cx="3108960" cy="1472184"/>
          </a:xfrm>
          <a:prstGeom prst="rect">
            <a:avLst/>
          </a:prstGeom>
          <a:noFill/>
          <a:ln/>
        </p:spPr>
        <p:txBody>
          <a:bodyPr wrap="square" lIns="0" tIns="0" rIns="0" bIns="0" rtlCol="0" anchor="t"/>
          <a:lstStyle/>
          <a:p>
            <a:pPr indent="0" marL="0">
              <a:buNone/>
            </a:pPr>
            <a:r>
              <a:rPr lang="en-US" sz="1500" dirty="0">
                <a:solidFill>
                  <a:schemeClr val="tx1"/>
                </a:solidFill>
              </a:rPr>
              <a:t>누구에게, 무엇을 보여 주고 싶은지</a:t>
            </a:r>
            <a:endParaRPr lang="en-US" sz="1500" dirty="0"/>
          </a:p>
        </p:txBody>
      </p:sp>
      <p:sp>
        <p:nvSpPr>
          <p:cNvPr id="14" name="Shape 9"/>
          <p:cNvSpPr/>
          <p:nvPr/>
        </p:nvSpPr>
        <p:spPr>
          <a:xfrm>
            <a:off x="8046720" y="1463040"/>
            <a:ext cx="3566160" cy="3017520"/>
          </a:xfrm>
          <a:prstGeom prst="roundRect">
            <a:avLst>
              <a:gd name="adj" fmla="val 3636"/>
            </a:avLst>
          </a:prstGeom>
          <a:solidFill>
            <a:schemeClr val="bg2"/>
          </a:solidFill>
          <a:ln/>
        </p:spPr>
      </p:sp>
      <p:sp>
        <p:nvSpPr>
          <p:cNvPr id="15" name="Shape 10"/>
          <p:cNvSpPr/>
          <p:nvPr/>
        </p:nvSpPr>
        <p:spPr>
          <a:xfrm>
            <a:off x="8275320" y="1691640"/>
            <a:ext cx="566928" cy="566928"/>
          </a:xfrm>
          <a:prstGeom prst="ellipse">
            <a:avLst/>
          </a:prstGeom>
          <a:solidFill>
            <a:schemeClr val="accent4"/>
          </a:solidFill>
          <a:ln/>
        </p:spPr>
      </p:sp>
      <p:pic>
        <p:nvPicPr>
          <p:cNvPr id="16" name="Image 2" descr="FaDownload">    </p:cNvPr>
          <p:cNvPicPr>
            <a:picLocks noChangeAspect="1"/>
          </p:cNvPicPr>
          <p:nvPr/>
        </p:nvPicPr>
        <p:blipFill>
          <a:blip r:embed="rId3"/>
          <a:stretch>
            <a:fillRect/>
          </a:stretch>
        </p:blipFill>
        <p:spPr>
          <a:xfrm>
            <a:off x="8428391" y="1844711"/>
            <a:ext cx="260787" cy="260787"/>
          </a:xfrm>
          <a:prstGeom prst="rect">
            <a:avLst/>
          </a:prstGeom>
        </p:spPr>
      </p:pic>
      <p:sp>
        <p:nvSpPr>
          <p:cNvPr id="17" name="Text 11"/>
          <p:cNvSpPr txBox="1"/>
          <p:nvPr/>
        </p:nvSpPr>
        <p:spPr>
          <a:xfrm>
            <a:off x="8275320" y="2395728"/>
            <a:ext cx="3108960" cy="411480"/>
          </a:xfrm>
          <a:prstGeom prst="rect">
            <a:avLst/>
          </a:prstGeom>
          <a:noFill/>
          <a:ln/>
        </p:spPr>
        <p:txBody>
          <a:bodyPr wrap="square" lIns="0" tIns="0" rIns="0" bIns="0" rtlCol="0" anchor="t"/>
          <a:lstStyle/>
          <a:p>
            <a:pPr indent="0" marL="0">
              <a:buNone/>
            </a:pPr>
            <a:r>
              <a:rPr lang="en-US" sz="1900" b="1" dirty="0">
                <a:solidFill>
                  <a:schemeClr val="tx2"/>
                </a:solidFill>
              </a:rPr>
              <a:t>CapCut PC 설치</a:t>
            </a:r>
            <a:endParaRPr lang="en-US" sz="1900" dirty="0"/>
          </a:p>
        </p:txBody>
      </p:sp>
      <p:sp>
        <p:nvSpPr>
          <p:cNvPr id="18" name="Text 12"/>
          <p:cNvSpPr txBox="1"/>
          <p:nvPr/>
        </p:nvSpPr>
        <p:spPr>
          <a:xfrm>
            <a:off x="8275320" y="2825496"/>
            <a:ext cx="3108960" cy="1472184"/>
          </a:xfrm>
          <a:prstGeom prst="rect">
            <a:avLst/>
          </a:prstGeom>
          <a:noFill/>
          <a:ln/>
        </p:spPr>
        <p:txBody>
          <a:bodyPr wrap="square" lIns="0" tIns="0" rIns="0" bIns="0" rtlCol="0" anchor="t"/>
          <a:lstStyle/>
          <a:p>
            <a:pPr indent="0" marL="0">
              <a:buNone/>
            </a:pPr>
            <a:r>
              <a:rPr lang="en-US" sz="1500" dirty="0">
                <a:solidFill>
                  <a:schemeClr val="tx1"/>
                </a:solidFill>
              </a:rPr>
              <a:t>오늘 못 한 사람만</a:t>
            </a:r>
            <a:endParaRPr lang="en-US" sz="1500" dirty="0"/>
          </a:p>
          <a:p>
            <a:pPr indent="0" marL="0">
              <a:buNone/>
            </a:pPr>
            <a:r>
              <a:rPr lang="en-US" sz="1500" dirty="0">
                <a:solidFill>
                  <a:schemeClr val="tx1"/>
                </a:solidFill>
              </a:rPr>
              <a:t>안내대로</a:t>
            </a:r>
            <a:endParaRPr lang="en-US" sz="1500" dirty="0"/>
          </a:p>
        </p:txBody>
      </p:sp>
      <p:sp>
        <p:nvSpPr>
          <p:cNvPr id="19" name="Shape 13"/>
          <p:cNvSpPr/>
          <p:nvPr/>
        </p:nvSpPr>
        <p:spPr>
          <a:xfrm>
            <a:off x="548640" y="4846320"/>
            <a:ext cx="11064240" cy="502920"/>
          </a:xfrm>
          <a:prstGeom prst="roundRect">
            <a:avLst>
              <a:gd name="adj" fmla="val 18182"/>
            </a:avLst>
          </a:prstGeom>
          <a:solidFill>
            <a:schemeClr val="accent6"/>
          </a:solidFill>
          <a:ln/>
        </p:spPr>
      </p:sp>
      <p:sp>
        <p:nvSpPr>
          <p:cNvPr id="20" name="Text 14"/>
          <p:cNvSpPr txBox="1"/>
          <p:nvPr/>
        </p:nvSpPr>
        <p:spPr>
          <a:xfrm>
            <a:off x="777240" y="4846320"/>
            <a:ext cx="10607040" cy="502920"/>
          </a:xfrm>
          <a:prstGeom prst="rect">
            <a:avLst/>
          </a:prstGeom>
          <a:noFill/>
          <a:ln/>
        </p:spPr>
        <p:txBody>
          <a:bodyPr wrap="square" lIns="0" tIns="0" rIns="0" bIns="0" rtlCol="0" anchor="ctr"/>
          <a:lstStyle/>
          <a:p>
            <a:pPr indent="0" marL="0">
              <a:buNone/>
            </a:pPr>
            <a:r>
              <a:rPr lang="en-US" sz="1500" b="1" dirty="0">
                <a:solidFill>
                  <a:schemeClr val="tx2"/>
                </a:solidFill>
              </a:rPr>
              <a:t>선택: 5샷 시퀀스를 집에서 내 아이템으로 하나 더 · 제출은 드라이브 '1회차 과제'</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2회차 예고 · 기획하는 머리</a:t>
            </a:r>
            <a:endParaRPr lang="en-US" sz="3000" dirty="0"/>
          </a:p>
        </p:txBody>
      </p:sp>
      <p:sp>
        <p:nvSpPr>
          <p:cNvPr id="4" name="Shape 1"/>
          <p:cNvSpPr/>
          <p:nvPr/>
        </p:nvSpPr>
        <p:spPr>
          <a:xfrm>
            <a:off x="548640" y="1417320"/>
            <a:ext cx="11064240" cy="1828800"/>
          </a:xfrm>
          <a:prstGeom prst="roundRect">
            <a:avLst>
              <a:gd name="adj" fmla="val 6000"/>
            </a:avLst>
          </a:prstGeom>
          <a:solidFill>
            <a:schemeClr val="tx2"/>
          </a:solidFill>
          <a:ln/>
        </p:spPr>
      </p:sp>
      <p:sp>
        <p:nvSpPr>
          <p:cNvPr id="5" name="Text 2"/>
          <p:cNvSpPr txBox="1"/>
          <p:nvPr/>
        </p:nvSpPr>
        <p:spPr>
          <a:xfrm>
            <a:off x="822960" y="1554480"/>
            <a:ext cx="10515600" cy="731520"/>
          </a:xfrm>
          <a:prstGeom prst="rect">
            <a:avLst/>
          </a:prstGeom>
          <a:noFill/>
          <a:ln/>
        </p:spPr>
        <p:txBody>
          <a:bodyPr wrap="square" lIns="0" tIns="0" rIns="0" bIns="0" rtlCol="0" anchor="ctr"/>
          <a:lstStyle/>
          <a:p>
            <a:pPr indent="0" marL="0">
              <a:buNone/>
            </a:pPr>
            <a:r>
              <a:rPr lang="en-US" sz="2800" b="1" dirty="0">
                <a:solidFill>
                  <a:schemeClr val="accent1"/>
                </a:solidFill>
              </a:rPr>
              <a:t>10월 30일, 우리는 각자 채널을 엽니다</a:t>
            </a:r>
            <a:endParaRPr lang="en-US" sz="2800" dirty="0"/>
          </a:p>
        </p:txBody>
      </p:sp>
      <p:sp>
        <p:nvSpPr>
          <p:cNvPr id="6" name="Text 3"/>
          <p:cNvSpPr txBox="1"/>
          <p:nvPr/>
        </p:nvSpPr>
        <p:spPr>
          <a:xfrm>
            <a:off x="822960" y="2331720"/>
            <a:ext cx="10515600" cy="548640"/>
          </a:xfrm>
          <a:prstGeom prst="rect">
            <a:avLst/>
          </a:prstGeom>
          <a:noFill/>
          <a:ln/>
        </p:spPr>
        <p:txBody>
          <a:bodyPr wrap="square" lIns="0" tIns="0" rIns="0" bIns="0" rtlCol="0" anchor="ctr"/>
          <a:lstStyle/>
          <a:p>
            <a:pPr indent="0" marL="0">
              <a:buNone/>
            </a:pPr>
            <a:r>
              <a:rPr lang="en-US" sz="1800" dirty="0">
                <a:solidFill>
                  <a:schemeClr val="bg1"/>
                </a:solidFill>
              </a:rPr>
              <a:t>강사도 같은 날, 여러분과 함께 새 채널을 엽니다</a:t>
            </a:r>
            <a:endParaRPr lang="en-US" sz="1800" dirty="0"/>
          </a:p>
        </p:txBody>
      </p:sp>
      <p:sp>
        <p:nvSpPr>
          <p:cNvPr id="7" name="Shape 4"/>
          <p:cNvSpPr/>
          <p:nvPr/>
        </p:nvSpPr>
        <p:spPr>
          <a:xfrm>
            <a:off x="548640" y="3657600"/>
            <a:ext cx="1645920" cy="914400"/>
          </a:xfrm>
          <a:prstGeom prst="roundRect">
            <a:avLst>
              <a:gd name="adj" fmla="val 12000"/>
            </a:avLst>
          </a:prstGeom>
          <a:solidFill>
            <a:schemeClr val="bg2"/>
          </a:solidFill>
          <a:ln/>
        </p:spPr>
      </p:sp>
      <p:sp>
        <p:nvSpPr>
          <p:cNvPr id="8" name="Text 5"/>
          <p:cNvSpPr txBox="1"/>
          <p:nvPr/>
        </p:nvSpPr>
        <p:spPr>
          <a:xfrm>
            <a:off x="548640" y="3657600"/>
            <a:ext cx="1645920" cy="914400"/>
          </a:xfrm>
          <a:prstGeom prst="rect">
            <a:avLst/>
          </a:prstGeom>
          <a:noFill/>
          <a:ln/>
        </p:spPr>
        <p:txBody>
          <a:bodyPr wrap="square" lIns="0" tIns="0" rIns="0" bIns="0" rtlCol="0" anchor="ctr"/>
          <a:lstStyle/>
          <a:p>
            <a:pPr algn="ctr" indent="0" marL="0">
              <a:buNone/>
            </a:pPr>
            <a:r>
              <a:rPr lang="en-US" sz="1500" b="1" dirty="0">
                <a:solidFill>
                  <a:schemeClr val="tx2"/>
                </a:solidFill>
              </a:rPr>
              <a:t>아이템 찾기</a:t>
            </a:r>
            <a:endParaRPr lang="en-US" sz="1500" dirty="0"/>
          </a:p>
        </p:txBody>
      </p:sp>
      <p:sp>
        <p:nvSpPr>
          <p:cNvPr id="9" name="Shape 6"/>
          <p:cNvSpPr/>
          <p:nvPr/>
        </p:nvSpPr>
        <p:spPr>
          <a:xfrm>
            <a:off x="2212848" y="4114800"/>
            <a:ext cx="201168" cy="0"/>
          </a:xfrm>
          <a:prstGeom prst="line">
            <a:avLst/>
          </a:prstGeom>
          <a:noFill/>
          <a:ln w="19050">
            <a:solidFill>
              <a:schemeClr val="accent5"/>
            </a:solidFill>
            <a:prstDash val="solid"/>
            <a:tailEnd type="triangle"/>
          </a:ln>
        </p:spPr>
      </p:sp>
      <p:sp>
        <p:nvSpPr>
          <p:cNvPr id="10" name="Shape 7"/>
          <p:cNvSpPr/>
          <p:nvPr/>
        </p:nvSpPr>
        <p:spPr>
          <a:xfrm>
            <a:off x="2432304" y="3657600"/>
            <a:ext cx="1645920" cy="914400"/>
          </a:xfrm>
          <a:prstGeom prst="roundRect">
            <a:avLst>
              <a:gd name="adj" fmla="val 12000"/>
            </a:avLst>
          </a:prstGeom>
          <a:solidFill>
            <a:schemeClr val="bg2"/>
          </a:solidFill>
          <a:ln/>
        </p:spPr>
      </p:sp>
      <p:sp>
        <p:nvSpPr>
          <p:cNvPr id="11" name="Text 8"/>
          <p:cNvSpPr txBox="1"/>
          <p:nvPr/>
        </p:nvSpPr>
        <p:spPr>
          <a:xfrm>
            <a:off x="2432304" y="3657600"/>
            <a:ext cx="1645920" cy="914400"/>
          </a:xfrm>
          <a:prstGeom prst="rect">
            <a:avLst/>
          </a:prstGeom>
          <a:noFill/>
          <a:ln/>
        </p:spPr>
        <p:txBody>
          <a:bodyPr wrap="square" lIns="0" tIns="0" rIns="0" bIns="0" rtlCol="0" anchor="ctr"/>
          <a:lstStyle/>
          <a:p>
            <a:pPr algn="ctr" indent="0" marL="0">
              <a:buNone/>
            </a:pPr>
            <a:r>
              <a:rPr lang="en-US" sz="1500" b="1" dirty="0">
                <a:solidFill>
                  <a:schemeClr val="tx2"/>
                </a:solidFill>
              </a:rPr>
              <a:t>레퍼런스 해부</a:t>
            </a:r>
            <a:endParaRPr lang="en-US" sz="1500" dirty="0"/>
          </a:p>
        </p:txBody>
      </p:sp>
      <p:sp>
        <p:nvSpPr>
          <p:cNvPr id="12" name="Shape 9"/>
          <p:cNvSpPr/>
          <p:nvPr/>
        </p:nvSpPr>
        <p:spPr>
          <a:xfrm>
            <a:off x="4096512" y="4114800"/>
            <a:ext cx="201168" cy="0"/>
          </a:xfrm>
          <a:prstGeom prst="line">
            <a:avLst/>
          </a:prstGeom>
          <a:noFill/>
          <a:ln w="19050">
            <a:solidFill>
              <a:schemeClr val="accent5"/>
            </a:solidFill>
            <a:prstDash val="solid"/>
            <a:tailEnd type="triangle"/>
          </a:ln>
        </p:spPr>
      </p:sp>
      <p:sp>
        <p:nvSpPr>
          <p:cNvPr id="13" name="Shape 10"/>
          <p:cNvSpPr/>
          <p:nvPr/>
        </p:nvSpPr>
        <p:spPr>
          <a:xfrm>
            <a:off x="4315968" y="3657600"/>
            <a:ext cx="1645920" cy="914400"/>
          </a:xfrm>
          <a:prstGeom prst="roundRect">
            <a:avLst>
              <a:gd name="adj" fmla="val 12000"/>
            </a:avLst>
          </a:prstGeom>
          <a:solidFill>
            <a:schemeClr val="bg2"/>
          </a:solidFill>
          <a:ln/>
        </p:spPr>
      </p:sp>
      <p:sp>
        <p:nvSpPr>
          <p:cNvPr id="14" name="Text 11"/>
          <p:cNvSpPr txBox="1"/>
          <p:nvPr/>
        </p:nvSpPr>
        <p:spPr>
          <a:xfrm>
            <a:off x="4315968" y="3657600"/>
            <a:ext cx="1645920" cy="914400"/>
          </a:xfrm>
          <a:prstGeom prst="rect">
            <a:avLst/>
          </a:prstGeom>
          <a:noFill/>
          <a:ln/>
        </p:spPr>
        <p:txBody>
          <a:bodyPr wrap="square" lIns="0" tIns="0" rIns="0" bIns="0" rtlCol="0" anchor="ctr"/>
          <a:lstStyle/>
          <a:p>
            <a:pPr algn="ctr" indent="0" marL="0">
              <a:buNone/>
            </a:pPr>
            <a:r>
              <a:rPr lang="en-US" sz="1500" b="1" dirty="0">
                <a:solidFill>
                  <a:schemeClr val="tx2"/>
                </a:solidFill>
              </a:rPr>
              <a:t>채널 콘셉트</a:t>
            </a:r>
            <a:endParaRPr lang="en-US" sz="1500" dirty="0"/>
          </a:p>
        </p:txBody>
      </p:sp>
      <p:sp>
        <p:nvSpPr>
          <p:cNvPr id="15" name="Shape 12"/>
          <p:cNvSpPr/>
          <p:nvPr/>
        </p:nvSpPr>
        <p:spPr>
          <a:xfrm>
            <a:off x="5980176" y="4114800"/>
            <a:ext cx="201168" cy="0"/>
          </a:xfrm>
          <a:prstGeom prst="line">
            <a:avLst/>
          </a:prstGeom>
          <a:noFill/>
          <a:ln w="19050">
            <a:solidFill>
              <a:schemeClr val="accent5"/>
            </a:solidFill>
            <a:prstDash val="solid"/>
            <a:tailEnd type="triangle"/>
          </a:ln>
        </p:spPr>
      </p:sp>
      <p:sp>
        <p:nvSpPr>
          <p:cNvPr id="16" name="Shape 13"/>
          <p:cNvSpPr/>
          <p:nvPr/>
        </p:nvSpPr>
        <p:spPr>
          <a:xfrm>
            <a:off x="6199632" y="3657600"/>
            <a:ext cx="1645920" cy="914400"/>
          </a:xfrm>
          <a:prstGeom prst="roundRect">
            <a:avLst>
              <a:gd name="adj" fmla="val 12000"/>
            </a:avLst>
          </a:prstGeom>
          <a:solidFill>
            <a:schemeClr val="bg2"/>
          </a:solidFill>
          <a:ln/>
        </p:spPr>
      </p:sp>
      <p:sp>
        <p:nvSpPr>
          <p:cNvPr id="17" name="Text 14"/>
          <p:cNvSpPr txBox="1"/>
          <p:nvPr/>
        </p:nvSpPr>
        <p:spPr>
          <a:xfrm>
            <a:off x="6199632" y="3657600"/>
            <a:ext cx="1645920" cy="914400"/>
          </a:xfrm>
          <a:prstGeom prst="rect">
            <a:avLst/>
          </a:prstGeom>
          <a:noFill/>
          <a:ln/>
        </p:spPr>
        <p:txBody>
          <a:bodyPr wrap="square" lIns="0" tIns="0" rIns="0" bIns="0" rtlCol="0" anchor="ctr"/>
          <a:lstStyle/>
          <a:p>
            <a:pPr algn="ctr" indent="0" marL="0">
              <a:buNone/>
            </a:pPr>
            <a:r>
              <a:rPr lang="en-US" sz="1500" b="1" dirty="0">
                <a:solidFill>
                  <a:schemeClr val="tx2"/>
                </a:solidFill>
              </a:rPr>
              <a:t>기획안 · 대본</a:t>
            </a:r>
            <a:endParaRPr lang="en-US" sz="1500" dirty="0"/>
          </a:p>
        </p:txBody>
      </p:sp>
      <p:sp>
        <p:nvSpPr>
          <p:cNvPr id="18" name="Shape 15"/>
          <p:cNvSpPr/>
          <p:nvPr/>
        </p:nvSpPr>
        <p:spPr>
          <a:xfrm>
            <a:off x="7863840" y="4114800"/>
            <a:ext cx="201168" cy="0"/>
          </a:xfrm>
          <a:prstGeom prst="line">
            <a:avLst/>
          </a:prstGeom>
          <a:noFill/>
          <a:ln w="19050">
            <a:solidFill>
              <a:schemeClr val="accent5"/>
            </a:solidFill>
            <a:prstDash val="solid"/>
            <a:tailEnd type="triangle"/>
          </a:ln>
        </p:spPr>
      </p:sp>
      <p:sp>
        <p:nvSpPr>
          <p:cNvPr id="19" name="Shape 16"/>
          <p:cNvSpPr/>
          <p:nvPr/>
        </p:nvSpPr>
        <p:spPr>
          <a:xfrm>
            <a:off x="8083296" y="3657600"/>
            <a:ext cx="1645920" cy="914400"/>
          </a:xfrm>
          <a:prstGeom prst="roundRect">
            <a:avLst>
              <a:gd name="adj" fmla="val 12000"/>
            </a:avLst>
          </a:prstGeom>
          <a:solidFill>
            <a:schemeClr val="bg2"/>
          </a:solidFill>
          <a:ln/>
        </p:spPr>
      </p:sp>
      <p:sp>
        <p:nvSpPr>
          <p:cNvPr id="20" name="Text 17"/>
          <p:cNvSpPr txBox="1"/>
          <p:nvPr/>
        </p:nvSpPr>
        <p:spPr>
          <a:xfrm>
            <a:off x="8083296" y="3657600"/>
            <a:ext cx="1645920" cy="914400"/>
          </a:xfrm>
          <a:prstGeom prst="rect">
            <a:avLst/>
          </a:prstGeom>
          <a:noFill/>
          <a:ln/>
        </p:spPr>
        <p:txBody>
          <a:bodyPr wrap="square" lIns="0" tIns="0" rIns="0" bIns="0" rtlCol="0" anchor="ctr"/>
          <a:lstStyle/>
          <a:p>
            <a:pPr algn="ctr" indent="0" marL="0">
              <a:buNone/>
            </a:pPr>
            <a:r>
              <a:rPr lang="en-US" sz="1500" b="1" dirty="0">
                <a:solidFill>
                  <a:schemeClr val="tx2"/>
                </a:solidFill>
              </a:rPr>
              <a:t>스토리보드</a:t>
            </a:r>
            <a:endParaRPr lang="en-US" sz="1500" dirty="0"/>
          </a:p>
        </p:txBody>
      </p:sp>
      <p:sp>
        <p:nvSpPr>
          <p:cNvPr id="21" name="Shape 18"/>
          <p:cNvSpPr/>
          <p:nvPr/>
        </p:nvSpPr>
        <p:spPr>
          <a:xfrm>
            <a:off x="9747504" y="4114800"/>
            <a:ext cx="201168" cy="0"/>
          </a:xfrm>
          <a:prstGeom prst="line">
            <a:avLst/>
          </a:prstGeom>
          <a:noFill/>
          <a:ln w="19050">
            <a:solidFill>
              <a:schemeClr val="accent5"/>
            </a:solidFill>
            <a:prstDash val="solid"/>
            <a:tailEnd type="triangle"/>
          </a:ln>
        </p:spPr>
      </p:sp>
      <p:sp>
        <p:nvSpPr>
          <p:cNvPr id="22" name="Shape 19"/>
          <p:cNvSpPr/>
          <p:nvPr/>
        </p:nvSpPr>
        <p:spPr>
          <a:xfrm>
            <a:off x="9966960" y="3657600"/>
            <a:ext cx="1645920" cy="914400"/>
          </a:xfrm>
          <a:prstGeom prst="roundRect">
            <a:avLst>
              <a:gd name="adj" fmla="val 12000"/>
            </a:avLst>
          </a:prstGeom>
          <a:solidFill>
            <a:schemeClr val="accent6"/>
          </a:solidFill>
          <a:ln/>
        </p:spPr>
      </p:sp>
      <p:sp>
        <p:nvSpPr>
          <p:cNvPr id="23" name="Text 20"/>
          <p:cNvSpPr txBox="1"/>
          <p:nvPr/>
        </p:nvSpPr>
        <p:spPr>
          <a:xfrm>
            <a:off x="9966960" y="3657600"/>
            <a:ext cx="1645920" cy="914400"/>
          </a:xfrm>
          <a:prstGeom prst="rect">
            <a:avLst/>
          </a:prstGeom>
          <a:noFill/>
          <a:ln/>
        </p:spPr>
        <p:txBody>
          <a:bodyPr wrap="square" lIns="0" tIns="0" rIns="0" bIns="0" rtlCol="0" anchor="ctr"/>
          <a:lstStyle/>
          <a:p>
            <a:pPr algn="ctr" indent="0" marL="0">
              <a:buNone/>
            </a:pPr>
            <a:r>
              <a:rPr lang="en-US" sz="1500" b="1" dirty="0">
                <a:solidFill>
                  <a:schemeClr val="tx2"/>
                </a:solidFill>
              </a:rPr>
              <a:t>채널 개설</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83"/>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1097280" y="2011680"/>
            <a:ext cx="9966960" cy="1828800"/>
          </a:xfrm>
          <a:prstGeom prst="rect">
            <a:avLst/>
          </a:prstGeom>
          <a:noFill/>
          <a:ln/>
        </p:spPr>
        <p:txBody>
          <a:bodyPr wrap="square" lIns="0" tIns="0" rIns="0" bIns="0" rtlCol="0" anchor="ctr"/>
          <a:lstStyle/>
          <a:p>
            <a:pPr algn="ctr" indent="0" marL="0">
              <a:buNone/>
            </a:pPr>
            <a:r>
              <a:rPr lang="en-US" sz="4000" b="1" dirty="0">
                <a:solidFill>
                  <a:schemeClr val="bg1"/>
                </a:solidFill>
              </a:rPr>
              <a:t>AI는 장비, 연출은 당신</a:t>
            </a:r>
            <a:endParaRPr lang="en-US" sz="4000" dirty="0"/>
          </a:p>
        </p:txBody>
      </p:sp>
      <p:sp>
        <p:nvSpPr>
          <p:cNvPr id="3" name="Text 0"/>
          <p:cNvSpPr/>
          <p:nvPr>
            <p:ph idx="101" type="body" hasCustomPrompt="1"/>
          </p:nvPr>
        </p:nvSpPr>
        <p:spPr>
          <a:xfrm>
            <a:off x="1097280" y="3977640"/>
            <a:ext cx="9966960" cy="1097280"/>
          </a:xfrm>
          <a:prstGeom prst="rect">
            <a:avLst/>
          </a:prstGeom>
          <a:noFill/>
          <a:ln/>
        </p:spPr>
        <p:txBody>
          <a:bodyPr wrap="square" lIns="0" tIns="0" rIns="0" bIns="0" rtlCol="0" anchor="t"/>
          <a:lstStyle/>
          <a:p>
            <a:pPr algn="ctr" indent="0" marL="0">
              <a:buNone/>
            </a:pPr>
            <a:r>
              <a:rPr lang="en-US" sz="1800" dirty="0">
                <a:solidFill>
                  <a:schemeClr val="accent6"/>
                </a:solidFill>
              </a:rPr>
              <a:t>오늘 기른 '보는 눈'이 6번의 수업 내내 모든 것의 바닥이 됩니다</a:t>
            </a:r>
            <a:endParaRPr lang="en-US" sz="1800" dirty="0"/>
          </a:p>
        </p:txBody>
      </p:sp>
    </p:spTree>
  </p:cSld>
  <p:clrMapOvr>
    <a:masterClrMapping/>
  </p:clrMapOvr>
</p:sld>
</file>

<file path=ppt/theme/theme1.xml><?xml version="1.0" encoding="utf-8"?>
<a:theme xmlns:a="http://schemas.openxmlformats.org/drawingml/2006/main" name="Crew Tree">
  <a:themeElements>
    <a:clrScheme name="Crew Tree">
      <a:dk1>
        <a:srgbClr val="1C2420"/>
      </a:dk1>
      <a:lt1>
        <a:srgbClr val="FFFFFF"/>
      </a:lt1>
      <a:dk2>
        <a:srgbClr val="173A2B"/>
      </a:dk2>
      <a:lt2>
        <a:srgbClr val="EEF3F0"/>
      </a:lt2>
      <a:accent1>
        <a:srgbClr val="E0A526"/>
      </a:accent1>
      <a:accent2>
        <a:srgbClr val="2E7D57"/>
      </a:accent2>
      <a:accent3>
        <a:srgbClr val="C8423B"/>
      </a:accent3>
      <a:accent4>
        <a:srgbClr val="2F6E9E"/>
      </a:accent4>
      <a:accent5>
        <a:srgbClr val="7A8C83"/>
      </a:accent5>
      <a:accent6>
        <a:srgbClr val="F3DFA2"/>
      </a:accent6>
      <a:hlink>
        <a:srgbClr val="2F6E9E"/>
      </a:hlink>
      <a:folHlink>
        <a:srgbClr val="7A4E9E"/>
      </a:folHlink>
    </a:clrScheme>
    <a:fontScheme name="Crew Tree">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촬영편집 1회차 — 보는 눈</dc:title>
  <dc:subject>PptxGenJS Presentation</dc:subject>
  <dc:creator>촬영편집 강사</dc:creator>
  <cp:lastModifiedBy>촬영편집 강사</cp:lastModifiedBy>
  <cp:revision>1</cp:revision>
  <dcterms:created xsi:type="dcterms:W3CDTF">2026-10-20T10:20:38Z</dcterms:created>
  <dcterms:modified xsi:type="dcterms:W3CDTF">2026-10-20T10:20:38Z</dcterms:modified>
</cp:coreProperties>
</file>